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64208"/>
            <a:ext cx="4389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&amp; TypeScript | Lecture 29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66928" y="1938528"/>
            <a:ext cx="63093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logic with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Redux Toolkit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3035808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3086100"/>
            <a:ext cx="12710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createAsyncThunk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2148840" y="3035808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21992" y="3086100"/>
            <a:ext cx="9966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state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3456432" y="3035808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3086100"/>
            <a:ext cx="8138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RTK Query</a:t>
            </a:r>
            <a:endParaRPr lang="en-US" sz="8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49808" y="960120"/>
            <a:ext cx="7543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078992"/>
            <a:ext cx="38404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481328" y="1078992"/>
            <a:ext cx="6309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Redux review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749808" y="1618488"/>
            <a:ext cx="7543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737360"/>
            <a:ext cx="38404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81328" y="1737360"/>
            <a:ext cx="6309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Server-backed state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749808" y="2276856"/>
            <a:ext cx="7543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395728"/>
            <a:ext cx="38404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81328" y="2395728"/>
            <a:ext cx="6309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Redux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49808" y="2935224"/>
            <a:ext cx="7543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054096"/>
            <a:ext cx="38404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81328" y="3054096"/>
            <a:ext cx="6309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Request-driven UI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49808" y="3593592"/>
            <a:ext cx="7543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712464"/>
            <a:ext cx="38404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481328" y="3712464"/>
            <a:ext cx="6309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RTK Query and integration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1: Trace the planner update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713232" y="932688"/>
            <a:ext cx="3474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Redux state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170432"/>
            <a:ext cx="342900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43584"/>
            <a:ext cx="324612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planner: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savedSessionIds: ["S-101"]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learner selects Save for S-103.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2633472"/>
            <a:ext cx="3429000" cy="676656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06624"/>
            <a:ext cx="32461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dispatch(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sessionSaved("S-103")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4617720" y="941832"/>
            <a:ext cx="34747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the result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4617720" y="1417320"/>
            <a:ext cx="3520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1517904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965192" y="1508760"/>
            <a:ext cx="3090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savedSessionIds contain?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4617720" y="1984248"/>
            <a:ext cx="3520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2084832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4965192" y="2075688"/>
            <a:ext cx="3090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the Header show?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617720" y="2551176"/>
            <a:ext cx="3520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0016" y="2651760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496519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the S-103 button show?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594360" y="4096512"/>
            <a:ext cx="75438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4187952"/>
            <a:ext cx="72511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savedSessionIds: ["S-101", "S-103"]    Header: Saved: 2    S-103 button: Saved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740664" y="4407408"/>
            <a:ext cx="72511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component dispatches the action. Redux updates shared planner state. Components read the current state and render from it.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2: Read the planner state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713232" y="932688"/>
            <a:ext cx="3474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Redux state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3429000" cy="1627632"/>
          </a:xfrm>
          <a:prstGeom prst="roundRect">
            <a:avLst>
              <a:gd name="adj" fmla="val 33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16152"/>
            <a:ext cx="324612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planner: {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savedSessionIds: [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"S-101",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"S-103"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90" dirty="0"/>
          </a:p>
        </p:txBody>
      </p:sp>
      <p:sp>
        <p:nvSpPr>
          <p:cNvPr id="7" name="Text 5"/>
          <p:cNvSpPr/>
          <p:nvPr/>
        </p:nvSpPr>
        <p:spPr>
          <a:xfrm>
            <a:off x="4590288" y="932688"/>
            <a:ext cx="36576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selector returns the current number of saved sessions?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90288" y="1536192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2584" y="1636776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5029200" y="1673352"/>
            <a:ext cx="304495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state.savedSessionIds.length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4590288" y="2057400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2157984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5029200" y="2194560"/>
            <a:ext cx="304495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state.planner.length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4590288" y="2578608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2679192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5029200" y="2715768"/>
            <a:ext cx="304495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state.planner.savedSessionIds.length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90288" y="3099816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3200400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5029200" y="3236976"/>
            <a:ext cx="304495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state.savedSessionIds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94360" y="4096512"/>
            <a:ext cx="75438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4187952"/>
            <a:ext cx="72511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C    state.planner.savedSessionIds.length    Result: 2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740664" y="4407408"/>
            <a:ext cx="72511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planner reducer key determines where planner state appears inside the Redux store.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3: What does the action carry?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713232" y="932688"/>
            <a:ext cx="3474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28 defined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152144"/>
            <a:ext cx="3383280" cy="749808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25296"/>
            <a:ext cx="32004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sessionSaved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= plannerSlice.actions;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713232" y="2212848"/>
            <a:ext cx="3474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component calls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2432304"/>
            <a:ext cx="338328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05456"/>
            <a:ext cx="3200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sessionSaved("S-103")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4590288" y="932688"/>
            <a:ext cx="36576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action best represents the result?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90288" y="1371600"/>
            <a:ext cx="175564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472184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5029200" y="1508760"/>
            <a:ext cx="1143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"sessionSaved",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payload: 2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60" dirty="0"/>
          </a:p>
        </p:txBody>
      </p:sp>
      <p:sp>
        <p:nvSpPr>
          <p:cNvPr id="14" name="Shape 12"/>
          <p:cNvSpPr/>
          <p:nvPr/>
        </p:nvSpPr>
        <p:spPr>
          <a:xfrm>
            <a:off x="6510528" y="137160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1472184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6949440" y="1508760"/>
            <a:ext cx="12618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"planner/sessionSaved",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payload: "S-103"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30" dirty="0"/>
          </a:p>
        </p:txBody>
      </p:sp>
      <p:sp>
        <p:nvSpPr>
          <p:cNvPr id="17" name="Shape 15"/>
          <p:cNvSpPr/>
          <p:nvPr/>
        </p:nvSpPr>
        <p:spPr>
          <a:xfrm>
            <a:off x="4590288" y="2331720"/>
            <a:ext cx="175564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2432304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5029200" y="2468880"/>
            <a:ext cx="1143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"planner",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payload: "sessionSaved"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6510528" y="233172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92824" y="2432304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6949440" y="2468880"/>
            <a:ext cx="12618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"S-103",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payload: "planner"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94360" y="4096512"/>
            <a:ext cx="75438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4187952"/>
            <a:ext cx="72511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B    type: "planner/sessionSaved"    payload: "S-103"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740664" y="4407408"/>
            <a:ext cx="72511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identifies what happened. payload carries the session ID needed by the reducer logic.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4: Why is this reducer update safe?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713232" y="932688"/>
            <a:ext cx="3474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createSlice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170432"/>
            <a:ext cx="3703320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43584"/>
            <a:ext cx="352044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sessionSaved(state, action)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state.savedSessionIds.push(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action.payload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4590288" y="932688"/>
            <a:ext cx="3657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this update safe?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90288" y="1417320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2584" y="1517904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2278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Redux state can always be mutated directly.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4590288" y="1984248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2084832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937760" y="2075688"/>
            <a:ext cx="32278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copies the array after the reducer runs.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4590288" y="2551176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2651760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4937760" y="2642616"/>
            <a:ext cx="32278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Redux Toolkit provides an Immer draft inside this reducer.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590288" y="3118104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3218688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4937760" y="3209544"/>
            <a:ext cx="32278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push() does not change the existing array.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594360" y="4096512"/>
            <a:ext cx="75438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4187952"/>
            <a:ext cx="72511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C    Redux Toolkit provides an Immer draft inside this reducer.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740664" y="4407408"/>
            <a:ext cx="72511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can look like mutation while Immer produces the immutable next state. This does not apply to ordinary React state.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5: Where should this state live?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13232" y="905256"/>
            <a:ext cx="7132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each Conference Hub value to its source of truth.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3886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344168"/>
            <a:ext cx="2560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078992" y="1325880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panel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2560320" y="1325880"/>
            <a:ext cx="1691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isHelpOpen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1078992" y="1545336"/>
            <a:ext cx="3246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HelpPanel needs it.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658368" y="1892808"/>
            <a:ext cx="3886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002536"/>
            <a:ext cx="2560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078992" y="198424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track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2560320" y="1984248"/>
            <a:ext cx="1691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/sessions?track=react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1078992" y="2203704"/>
            <a:ext cx="3246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address should preserve it.</a:t>
            </a:r>
            <a:endParaRPr lang="en-US" sz="790" dirty="0"/>
          </a:p>
        </p:txBody>
      </p:sp>
      <p:sp>
        <p:nvSpPr>
          <p:cNvPr id="14" name="Shape 12"/>
          <p:cNvSpPr/>
          <p:nvPr/>
        </p:nvSpPr>
        <p:spPr>
          <a:xfrm>
            <a:off x="658368" y="2551176"/>
            <a:ext cx="3886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660904"/>
            <a:ext cx="2560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1078992" y="2642616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mode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2560320" y="2642616"/>
            <a:ext cx="1691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displayMode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1078992" y="2862072"/>
            <a:ext cx="3246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distant components share it.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658368" y="3209544"/>
            <a:ext cx="3886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319272"/>
            <a:ext cx="2560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078992" y="3300984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Saved-session planner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2560320" y="3300984"/>
            <a:ext cx="1691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savedSessionIds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1078992" y="3520440"/>
            <a:ext cx="3246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Header, Sessions and Planner use it.</a:t>
            </a:r>
            <a:endParaRPr lang="en-US" sz="790" dirty="0"/>
          </a:p>
        </p:txBody>
      </p:sp>
      <p:sp>
        <p:nvSpPr>
          <p:cNvPr id="24" name="Shape 22"/>
          <p:cNvSpPr/>
          <p:nvPr/>
        </p:nvSpPr>
        <p:spPr>
          <a:xfrm>
            <a:off x="4983480" y="1234440"/>
            <a:ext cx="3337560" cy="43891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1353312"/>
            <a:ext cx="3099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React state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1819656"/>
            <a:ext cx="3337560" cy="43891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1938528"/>
            <a:ext cx="3099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83480" y="2404872"/>
            <a:ext cx="3337560" cy="43891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2523744"/>
            <a:ext cx="3099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Context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2990088"/>
            <a:ext cx="3337560" cy="43891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3108960"/>
            <a:ext cx="3099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Redux Toolkit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" y="4096512"/>
            <a:ext cx="75438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" y="4187952"/>
            <a:ext cx="72511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Local React state    B: URL    C: React Context    D: Redux Toolkit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740664" y="4407408"/>
            <a:ext cx="72511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Redux did not mean every changing value moved into Redux. Different information can have different sources of truth.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Server-backed state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Conference Hub ended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58368" y="868680"/>
            <a:ext cx="48920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033272"/>
            <a:ext cx="1920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 Hub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443984" y="1014984"/>
            <a:ext cx="841248" cy="219456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17136" y="1065276"/>
            <a:ext cx="6949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Saved: 2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868680" y="1444752"/>
            <a:ext cx="11887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1755648"/>
            <a:ext cx="242316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847088"/>
            <a:ext cx="1417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component design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987552" y="2029968"/>
            <a:ext cx="11430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 react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578608" y="1901952"/>
            <a:ext cx="530352" cy="18288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952244"/>
            <a:ext cx="38404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868680" y="2350008"/>
            <a:ext cx="242316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441448"/>
            <a:ext cx="1417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without confusion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987552" y="2624328"/>
            <a:ext cx="11430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 react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578608" y="2496312"/>
            <a:ext cx="530352" cy="182880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546604"/>
            <a:ext cx="38404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3611880" y="1444752"/>
            <a:ext cx="11887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Planner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11880" y="1755648"/>
            <a:ext cx="1572768" cy="512064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1847088"/>
            <a:ext cx="8686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component design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4590288" y="1956816"/>
            <a:ext cx="475488" cy="164592"/>
          </a:xfrm>
          <a:prstGeom prst="roundRect">
            <a:avLst>
              <a:gd name="adj" fmla="val 33333"/>
            </a:avLst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007108"/>
            <a:ext cx="32918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3611880" y="2395728"/>
            <a:ext cx="1572768" cy="512064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12464" y="2487168"/>
            <a:ext cx="8686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without confusion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4590288" y="2596896"/>
            <a:ext cx="475488" cy="164592"/>
          </a:xfrm>
          <a:prstGeom prst="roundRect">
            <a:avLst>
              <a:gd name="adj" fmla="val 33333"/>
            </a:avLst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647188"/>
            <a:ext cx="32918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3611880" y="3108960"/>
            <a:ext cx="1051560" cy="219456"/>
          </a:xfrm>
          <a:prstGeom prst="roundRect">
            <a:avLst>
              <a:gd name="adj" fmla="val 25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85032" y="3159252"/>
            <a:ext cx="905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planner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5897880" y="1143000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62472" y="1280160"/>
            <a:ext cx="20025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Redux stores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62472" y="1645920"/>
            <a:ext cx="200253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savedSessionIds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["S-101", "S-103"]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897880" y="2487168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62472" y="2624328"/>
            <a:ext cx="20025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is already available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62472" y="2990088"/>
            <a:ext cx="200253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can combine saved IDs with existing session data.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58368" y="4187952"/>
            <a:ext cx="75438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" y="4261104"/>
            <a:ext cx="72237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Planner stores the changing selection. Full session cards are derived from existing session data.</a:t>
            </a:r>
            <a:endParaRPr lang="en-US" sz="8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session catalogue now comes from the server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1097280"/>
            <a:ext cx="31912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now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96112" y="1463040"/>
            <a:ext cx="319125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 Hub already had Session[] available. Sessions rendered immediately. Planner combined the catalogue with savedSessionIds.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617720" y="96012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2312" y="1097280"/>
            <a:ext cx="31912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requirement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82312" y="1463040"/>
            <a:ext cx="319125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conference programme must be loaded from GET /api/sessions. Expected response: Session[]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74066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108960"/>
            <a:ext cx="14630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stays the same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3383280"/>
            <a:ext cx="70408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track remains in the URL. Display mode remains in Context. savedSessionIds remains in the planner slice.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7406640" cy="329184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4069080"/>
            <a:ext cx="70408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source of the session catalogue changes.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catalogue may not be ready yet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58368" y="1051560"/>
            <a:ext cx="245059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1207008"/>
            <a:ext cx="21762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the request is running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86968" y="1719072"/>
            <a:ext cx="1993392" cy="868680"/>
          </a:xfrm>
          <a:prstGeom prst="roundRect">
            <a:avLst>
              <a:gd name="adj" fmla="val 631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47088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005840" y="2084832"/>
            <a:ext cx="17556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sessions...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310128" y="1051560"/>
            <a:ext cx="245059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1207008"/>
            <a:ext cx="21762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request succeeds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38728" y="1719072"/>
            <a:ext cx="1993392" cy="86868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847088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3657600" y="2084832"/>
            <a:ext cx="17556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component design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without confusion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in practice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961888" y="1051560"/>
            <a:ext cx="245059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9048" y="1207008"/>
            <a:ext cx="21762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request fails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0488" y="1719072"/>
            <a:ext cx="1993392" cy="868680"/>
          </a:xfrm>
          <a:prstGeom prst="roundRect">
            <a:avLst>
              <a:gd name="adj" fmla="val 6316"/>
            </a:avLst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847088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6309360" y="2084832"/>
            <a:ext cx="17556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not load sessions.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841248" y="3703320"/>
            <a:ext cx="7086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3840480"/>
            <a:ext cx="6812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now needs to represent the current state of the session request, not only the returned session data.</a:t>
            </a:r>
            <a:endParaRPr lang="en-US" sz="9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Conference Hub remember?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914400" y="969264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1152144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202436"/>
            <a:ext cx="9966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Session[]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2514600" y="111556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2628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session data is currently available?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914400" y="1938528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2121408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171700"/>
            <a:ext cx="9966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514600" y="2084832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status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2112264"/>
            <a:ext cx="3383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the request started? Is it running? Did it finish or fail?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914400" y="2907792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5568" y="309067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140964"/>
            <a:ext cx="9966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2514600" y="3054096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information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3081528"/>
            <a:ext cx="3383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request fails, what can the interface display?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914400" y="3977640"/>
            <a:ext cx="7315200" cy="347472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078224"/>
            <a:ext cx="7040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values belong together because they describe the same server-backed session catalogue.</a:t>
            </a:r>
            <a:endParaRPr lang="en-US" sz="8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the session request state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58368" y="932688"/>
            <a:ext cx="4983480" cy="3218688"/>
          </a:xfrm>
          <a:prstGeom prst="roundRect">
            <a:avLst>
              <a:gd name="adj" fmla="val 170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005840"/>
            <a:ext cx="4800600" cy="3072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RequestStatus =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"idle"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"pending"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"succeeded"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"rejected";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SessionsState =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Session[];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RequestStatus;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error: string | null;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initialState: SessionsState =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[],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"idle",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error: null,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943600" y="969264"/>
            <a:ext cx="2286000" cy="621792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89904" y="1051560"/>
            <a:ext cx="199339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89904" y="1280160"/>
            <a:ext cx="199339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has not started</a:t>
            </a:r>
            <a:endParaRPr lang="en-US" sz="760" dirty="0"/>
          </a:p>
        </p:txBody>
      </p:sp>
      <p:sp>
        <p:nvSpPr>
          <p:cNvPr id="8" name="Shape 6"/>
          <p:cNvSpPr/>
          <p:nvPr/>
        </p:nvSpPr>
        <p:spPr>
          <a:xfrm>
            <a:off x="5943600" y="1682496"/>
            <a:ext cx="2286000" cy="621792"/>
          </a:xfrm>
          <a:prstGeom prst="roundRect">
            <a:avLst>
              <a:gd name="adj" fmla="val 882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9904" y="1764792"/>
            <a:ext cx="199339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89904" y="1993392"/>
            <a:ext cx="199339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is in progress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5943600" y="2395728"/>
            <a:ext cx="2286000" cy="621792"/>
          </a:xfrm>
          <a:prstGeom prst="roundRect">
            <a:avLst>
              <a:gd name="adj" fmla="val 8824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9904" y="2478024"/>
            <a:ext cx="199339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succeeded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9904" y="2706624"/>
            <a:ext cx="199339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completed successfully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5943600" y="3108960"/>
            <a:ext cx="2286000" cy="621792"/>
          </a:xfrm>
          <a:prstGeom prst="roundRect">
            <a:avLst>
              <a:gd name="adj" fmla="val 8824"/>
            </a:avLst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9904" y="3191256"/>
            <a:ext cx="199339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89904" y="3419856"/>
            <a:ext cx="199339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failed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5943600" y="397764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4078224"/>
            <a:ext cx="19933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status value gives the request one clear current phase.</a:t>
            </a:r>
            <a:endParaRPr lang="en-US" sz="8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What should Conference Hub show?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2377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2423160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243584"/>
            <a:ext cx="224028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[],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"pending",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error: null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80" dirty="0"/>
          </a:p>
        </p:txBody>
      </p:sp>
      <p:sp>
        <p:nvSpPr>
          <p:cNvPr id="7" name="Shape 5"/>
          <p:cNvSpPr/>
          <p:nvPr/>
        </p:nvSpPr>
        <p:spPr>
          <a:xfrm>
            <a:off x="658368" y="2615184"/>
            <a:ext cx="24231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724912"/>
            <a:ext cx="21671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sessions...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3264408" y="932688"/>
            <a:ext cx="2377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B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264408" y="1170432"/>
            <a:ext cx="2423160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243584"/>
            <a:ext cx="224028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[],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"succeeded",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error: null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3264408" y="2615184"/>
            <a:ext cx="24231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2424" y="2724912"/>
            <a:ext cx="21671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sessions available.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5870448" y="932688"/>
            <a:ext cx="2377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C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870448" y="1170432"/>
            <a:ext cx="2423160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1243584"/>
            <a:ext cx="224028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[],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"rejected",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error: "Could not load sessions."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5870448" y="2615184"/>
            <a:ext cx="24231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98464" y="2724912"/>
            <a:ext cx="21671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not load sessions.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94360" y="4096512"/>
            <a:ext cx="75438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4187952"/>
            <a:ext cx="72511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Loading sessions    B: No sessions available    C: Could not load sessions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40664" y="4407408"/>
            <a:ext cx="72511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successful request with no sessions is different from a request that is still running.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Redux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16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sessions state domain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17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713232" y="896112"/>
            <a:ext cx="7132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 Hub already has its Redux foundation.</a:t>
            </a:r>
            <a:endParaRPr lang="en-US" sz="1040" dirty="0"/>
          </a:p>
        </p:txBody>
      </p:sp>
      <p:sp>
        <p:nvSpPr>
          <p:cNvPr id="5" name="Shape 3"/>
          <p:cNvSpPr/>
          <p:nvPr/>
        </p:nvSpPr>
        <p:spPr>
          <a:xfrm>
            <a:off x="713232" y="1234440"/>
            <a:ext cx="3337560" cy="1353312"/>
          </a:xfrm>
          <a:prstGeom prst="roundRect">
            <a:avLst>
              <a:gd name="adj" fmla="val 337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353312"/>
            <a:ext cx="30449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Redux files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859536" y="1673352"/>
            <a:ext cx="3044952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src/app/store.ts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src/app/hooks.ts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src/features/planner/plannerSlice.ts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4590288" y="1234440"/>
            <a:ext cx="3337560" cy="1353312"/>
          </a:xfrm>
          <a:prstGeom prst="roundRect">
            <a:avLst>
              <a:gd name="adj" fmla="val 3378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1353312"/>
            <a:ext cx="30449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one new slice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4736592" y="1673352"/>
            <a:ext cx="3044952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src/features/sessions/sessionsSlice.ts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2971800"/>
            <a:ext cx="74066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127248"/>
            <a:ext cx="12801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plannerSlice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04288" y="3127248"/>
            <a:ext cx="24231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sessions has the learner saved?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983480" y="3127248"/>
            <a:ext cx="1371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sessionsSlice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55080" y="3127248"/>
            <a:ext cx="1600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status and errors for the session catalogue.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71600" y="4096512"/>
            <a:ext cx="6126480" cy="292608"/>
          </a:xfrm>
          <a:prstGeom prst="roundRect">
            <a:avLst>
              <a:gd name="adj" fmla="val 15625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4187952"/>
            <a:ext cx="5852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plannerSlice does not need to change. The two slices manage different responsibilities.</a:t>
            </a:r>
            <a:endParaRPr lang="en-US" sz="8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fetchSessions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18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5074920" cy="3255264"/>
          </a:xfrm>
          <a:prstGeom prst="roundRect">
            <a:avLst>
              <a:gd name="adj" fmla="val 140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05840"/>
            <a:ext cx="489204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fetchSessions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createAsyncThunk(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"sessions/fetchSessions",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() =&gt;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response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axios.get&lt;Session[]&gt;(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"/api/sessions"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response.data;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89320" y="960120"/>
            <a:ext cx="2331720" cy="877824"/>
          </a:xfrm>
          <a:prstGeom prst="roundRect">
            <a:avLst>
              <a:gd name="adj" fmla="val 520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35624" y="1078992"/>
            <a:ext cx="20391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type prefix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6135624" y="1399032"/>
            <a:ext cx="203911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"sessions/fetchSessions"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this async operation.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89320" y="2011680"/>
            <a:ext cx="2331720" cy="987552"/>
          </a:xfrm>
          <a:prstGeom prst="roundRect">
            <a:avLst>
              <a:gd name="adj" fmla="val 463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35624" y="2130552"/>
            <a:ext cx="20391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creator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6135624" y="2450592"/>
            <a:ext cx="203911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request and returns useful session data.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989320" y="3246120"/>
            <a:ext cx="2331720" cy="658368"/>
          </a:xfrm>
          <a:prstGeom prst="roundRect">
            <a:avLst>
              <a:gd name="adj" fmla="val 6944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346704"/>
            <a:ext cx="2057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result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126480" y="3593592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request is defined. The sessions state has not been updated yet.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658368" y="4315968"/>
            <a:ext cx="7662672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4389120"/>
            <a:ext cx="736092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store setup: Conference Hub already uses configureStore, so thunk middleware support is available.</a:t>
            </a:r>
            <a:endParaRPr lang="en-US" sz="7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thunk can receive request input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19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841248"/>
            <a:ext cx="7662672" cy="329184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7269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build path: fetchSessions() loads the complete catalogue.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658368" y="1389888"/>
            <a:ext cx="5074920" cy="2779776"/>
          </a:xfrm>
          <a:prstGeom prst="roundRect">
            <a:avLst>
              <a:gd name="adj" fmla="val 164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463040"/>
            <a:ext cx="4892040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fetchSessionById =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createAsyncThunk(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"sessions/fetchSessionById",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(sessionId: string) =&gt;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response =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axios.get&lt;Session&gt;(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`/api/sessions/${sessionId}`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response.data;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5989320" y="1417320"/>
            <a:ext cx="2331720" cy="804672"/>
          </a:xfrm>
          <a:prstGeom prst="roundRect">
            <a:avLst>
              <a:gd name="adj" fmla="val 568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35624" y="1536192"/>
            <a:ext cx="20391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6135624" y="1856232"/>
            <a:ext cx="20391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sessionId: string</a:t>
            </a: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Provided before the request begins.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5989320" y="2395728"/>
            <a:ext cx="2331720" cy="713232"/>
          </a:xfrm>
          <a:prstGeom prst="roundRect">
            <a:avLst>
              <a:gd name="adj" fmla="val 641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35624" y="2514600"/>
            <a:ext cx="20391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result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6135624" y="2834640"/>
            <a:ext cx="203911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5989320" y="3383280"/>
            <a:ext cx="2331720" cy="4114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3456432"/>
            <a:ext cx="214884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fetchSessionById("S-103")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58368" y="4352544"/>
            <a:ext cx="7662672" cy="256032"/>
          </a:xfrm>
          <a:prstGeom prst="roundRect">
            <a:avLst>
              <a:gd name="adj" fmla="val 178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425696"/>
            <a:ext cx="7370064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only: Conference Hub continues with fetchSessions() because it needs the complete catalogue.</a:t>
            </a:r>
            <a:endParaRPr lang="en-US" sz="7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fetchSessions creates lifecycle actions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20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749808" y="859536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dispatch one thunk. Redux Toolkit dispatches lifecycle actions as the request progresses.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1207008" cy="676656"/>
          </a:xfrm>
          <a:prstGeom prst="roundRect">
            <a:avLst>
              <a:gd name="adj" fmla="val 6757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20240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" y="2148840"/>
            <a:ext cx="98755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fetchSessions()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29968" y="1828800"/>
            <a:ext cx="1207008" cy="676656"/>
          </a:xfrm>
          <a:prstGeom prst="roundRect">
            <a:avLst>
              <a:gd name="adj" fmla="val 6757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21408" y="1920240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39696" y="2148840"/>
            <a:ext cx="98755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01568" y="1828800"/>
            <a:ext cx="1207008" cy="676656"/>
          </a:xfrm>
          <a:prstGeom prst="roundRect">
            <a:avLst>
              <a:gd name="adj" fmla="val 67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920240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11296" y="2148840"/>
            <a:ext cx="98755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73168" y="1828800"/>
            <a:ext cx="1207008" cy="676656"/>
          </a:xfrm>
          <a:prstGeom prst="roundRect">
            <a:avLst>
              <a:gd name="adj" fmla="val 6757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920240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82896" y="2148840"/>
            <a:ext cx="98755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fulfilled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44768" y="1828800"/>
            <a:ext cx="1207008" cy="676656"/>
          </a:xfrm>
          <a:prstGeom prst="roundRect">
            <a:avLst>
              <a:gd name="adj" fmla="val 6757"/>
            </a:avLst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920240"/>
            <a:ext cx="2011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54496" y="2148840"/>
            <a:ext cx="98755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65376" y="2167128"/>
            <a:ext cx="146304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36976" y="2167128"/>
            <a:ext cx="146304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608576" y="2167128"/>
            <a:ext cx="146304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980176" y="2167128"/>
            <a:ext cx="146304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41248" y="3200400"/>
            <a:ext cx="731520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337560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action types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2743200" y="3264408"/>
            <a:ext cx="21031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sessions/fetchSessions/pending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2743200" y="3483864"/>
            <a:ext cx="21945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sessions/fetchSessions/fulfilled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5394960" y="3374136"/>
            <a:ext cx="21488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sessions/fetchSessions/rejected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1298448" y="4224528"/>
            <a:ext cx="6400800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44752" y="4297680"/>
            <a:ext cx="612648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dispatch fetchSessions(). We do not manually dispatch pending, fulfilled or rejected.</a:t>
            </a:r>
            <a:endParaRPr lang="en-US" sz="79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each lifecycle action change?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21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749808" y="868680"/>
            <a:ext cx="7315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each generated action to the state change Conference Hub needs.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868680" y="1234440"/>
            <a:ext cx="74066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44752"/>
            <a:ext cx="2057400" cy="27432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495044"/>
            <a:ext cx="1929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fetchSessions.pending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3474720" y="1399032"/>
            <a:ext cx="42062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becomes "pending"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error is cleared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68680" y="2167128"/>
            <a:ext cx="74066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2377440"/>
            <a:ext cx="2057400" cy="27432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427732"/>
            <a:ext cx="1929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fetchSessions.fulfilled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347472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becomes "succeeded"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 sessions become items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8680" y="3099816"/>
            <a:ext cx="74066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3310128"/>
            <a:ext cx="2057400" cy="27432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360420"/>
            <a:ext cx="1929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fetchSessions.rejected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3474720" y="3264408"/>
            <a:ext cx="42062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becomes "rejected"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message becomes error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" y="4133088"/>
            <a:ext cx="7040880" cy="310896"/>
          </a:xfrm>
          <a:prstGeom prst="roundRect">
            <a:avLst>
              <a:gd name="adj" fmla="val 14706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4224528"/>
            <a:ext cx="672084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know the required state changes. Next we need a Redux state domain that can respond to these actions.</a:t>
            </a:r>
            <a:endParaRPr lang="en-US" sz="79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sessions slice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22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4892040" cy="3054096"/>
          </a:xfrm>
          <a:prstGeom prst="roundRect">
            <a:avLst>
              <a:gd name="adj" fmla="val 14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05840"/>
            <a:ext cx="4709160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initialState: SessionsState = {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[],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"idle",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error: null,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790" dirty="0"/>
          </a:p>
          <a:p>
            <a:pPr indent="0" marL="0">
              <a:buNone/>
            </a:pP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sessionsSlice = createSlice({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"sessions",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initialState,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reducers: {},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790" dirty="0"/>
          </a:p>
          <a:p>
            <a:pPr indent="0" marL="0">
              <a:buNone/>
            </a:pP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sessionsSlice.reducer;</a:t>
            </a:r>
            <a:endParaRPr lang="en-US" sz="790" dirty="0"/>
          </a:p>
        </p:txBody>
      </p:sp>
      <p:sp>
        <p:nvSpPr>
          <p:cNvPr id="6" name="Shape 4"/>
          <p:cNvSpPr/>
          <p:nvPr/>
        </p:nvSpPr>
        <p:spPr>
          <a:xfrm>
            <a:off x="5806440" y="1005840"/>
            <a:ext cx="2423160" cy="1097280"/>
          </a:xfrm>
          <a:prstGeom prst="roundRect">
            <a:avLst>
              <a:gd name="adj" fmla="val 41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52744" y="1124712"/>
            <a:ext cx="21305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state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5952744" y="1444752"/>
            <a:ext cx="213055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items: []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"idle"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null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806440" y="2395728"/>
            <a:ext cx="2423160" cy="1005840"/>
          </a:xfrm>
          <a:prstGeom prst="roundRect">
            <a:avLst>
              <a:gd name="adj" fmla="val 454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52744" y="2514600"/>
            <a:ext cx="21305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5952744" y="2834640"/>
            <a:ext cx="213055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lifecycle actions already exist outside this slice.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658368" y="4224528"/>
            <a:ext cx="7571232" cy="292608"/>
          </a:xfrm>
          <a:prstGeom prst="roundRect">
            <a:avLst>
              <a:gd name="adj" fmla="val 15625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306824"/>
            <a:ext cx="7296912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sessionsSlice respond to fetchSessions.pending, fulfilled and rejected?</a:t>
            </a:r>
            <a:endParaRPr lang="en-US" sz="8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need extraReducers?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23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713232" y="932688"/>
            <a:ext cx="3611880" cy="1298448"/>
          </a:xfrm>
          <a:prstGeom prst="roundRect">
            <a:avLst>
              <a:gd name="adj" fmla="val 35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051560"/>
            <a:ext cx="33192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reducers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859536" y="1371600"/>
            <a:ext cx="33192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update operations owned by this slice.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sessionSaved, sessionRemoved, plannerCleared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4617720" y="932688"/>
            <a:ext cx="3611880" cy="1298448"/>
          </a:xfrm>
          <a:prstGeom prst="roundRect">
            <a:avLst>
              <a:gd name="adj" fmla="val 3521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4024" y="1051560"/>
            <a:ext cx="33192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extraReducers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4764024" y="1371600"/>
            <a:ext cx="33192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this slice respond to actions that already exist.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fetchSessions lifecycle actions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1024128" y="2523744"/>
            <a:ext cx="6858000" cy="1517904"/>
          </a:xfrm>
          <a:prstGeom prst="roundRect">
            <a:avLst>
              <a:gd name="adj" fmla="val 30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596896"/>
            <a:ext cx="66751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sessionsSlice = createSlice({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"sessions",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initialState,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reducers: {},</a:t>
            </a:r>
            <a:endParaRPr lang="en-US" sz="790" dirty="0"/>
          </a:p>
          <a:p>
            <a:pPr indent="0" marL="0">
              <a:buNone/>
            </a:pP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extraReducers: (builder) =&gt; {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handle fetchSessions actions here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790" dirty="0"/>
          </a:p>
        </p:txBody>
      </p:sp>
      <p:sp>
        <p:nvSpPr>
          <p:cNvPr id="12" name="Shape 10"/>
          <p:cNvSpPr/>
          <p:nvPr/>
        </p:nvSpPr>
        <p:spPr>
          <a:xfrm>
            <a:off x="1024128" y="4261104"/>
            <a:ext cx="6858000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4334256"/>
            <a:ext cx="658368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Conference Hub, extraReducers connects the fetchSessions lifecycle to the sessions state.</a:t>
            </a:r>
            <a:endParaRPr lang="en-US" sz="7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the request starting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24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96012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33272"/>
            <a:ext cx="4709160" cy="1819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builder.addCase(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fetchSessions.pending,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(state) =&gt;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state.status = "pending";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state.error = null;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40" dirty="0"/>
          </a:p>
        </p:txBody>
      </p:sp>
      <p:sp>
        <p:nvSpPr>
          <p:cNvPr id="6" name="Shape 4"/>
          <p:cNvSpPr/>
          <p:nvPr/>
        </p:nvSpPr>
        <p:spPr>
          <a:xfrm>
            <a:off x="5806440" y="960120"/>
            <a:ext cx="2423160" cy="749808"/>
          </a:xfrm>
          <a:prstGeom prst="roundRect">
            <a:avLst>
              <a:gd name="adj" fmla="val 609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52744" y="1078992"/>
            <a:ext cx="21305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5952744" y="1399032"/>
            <a:ext cx="21305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"idle"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null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806440" y="2011680"/>
            <a:ext cx="2423160" cy="749808"/>
          </a:xfrm>
          <a:prstGeom prst="roundRect">
            <a:avLst>
              <a:gd name="adj" fmla="val 609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52744" y="2130552"/>
            <a:ext cx="21305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pending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5952744" y="2450592"/>
            <a:ext cx="21305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"pending"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null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841248" y="3401568"/>
            <a:ext cx="736092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538728"/>
            <a:ext cx="21945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does not change here.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3337560" y="3538728"/>
            <a:ext cx="4572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has not returned the session catalogue. Clearing error also gives a later retry a clean request state.</a:t>
            </a:r>
            <a:endParaRPr lang="en-US" sz="83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returned sessions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25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960120"/>
            <a:ext cx="4754880" cy="1993392"/>
          </a:xfrm>
          <a:prstGeom prst="roundRect">
            <a:avLst>
              <a:gd name="adj" fmla="val 229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33272"/>
            <a:ext cx="4572000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builder.addCase(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fetchSessions.fulfilled,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(state, action) =&gt;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state.status = "succeeded";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state.items = action.payload;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40" dirty="0"/>
          </a:p>
        </p:txBody>
      </p:sp>
      <p:sp>
        <p:nvSpPr>
          <p:cNvPr id="6" name="Shape 4"/>
          <p:cNvSpPr/>
          <p:nvPr/>
        </p:nvSpPr>
        <p:spPr>
          <a:xfrm>
            <a:off x="5715000" y="96012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79592" y="1115568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origin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71032" y="1499616"/>
            <a:ext cx="19933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response.data;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5879592" y="1810512"/>
            <a:ext cx="217627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this request, response.data is Session[].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15000" y="2423160"/>
            <a:ext cx="25146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9592" y="2578608"/>
            <a:ext cx="2194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Resulting state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79592" y="2816352"/>
            <a:ext cx="21945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"succeeded"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items: returned sessions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null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24128" y="4041648"/>
            <a:ext cx="6903720" cy="292608"/>
          </a:xfrm>
          <a:prstGeom prst="roundRect">
            <a:avLst>
              <a:gd name="adj" fmla="val 15625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4123944"/>
            <a:ext cx="662940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Redux now contains the current session catalogue.</a:t>
            </a:r>
            <a:endParaRPr lang="en-US" sz="8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 request failure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26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960120"/>
            <a:ext cx="4956048" cy="22860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33272"/>
            <a:ext cx="4773168" cy="2139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builder.addCase(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fetchSessions.rejected,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(state, action) =&gt;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state.status = "rejected";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state.error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action.error.message ??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"Could not load sessions.";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852160" y="960120"/>
            <a:ext cx="2331720" cy="868680"/>
          </a:xfrm>
          <a:prstGeom prst="roundRect">
            <a:avLst>
              <a:gd name="adj" fmla="val 526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98464" y="1078992"/>
            <a:ext cx="20391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Resulting state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5998464" y="1399032"/>
            <a:ext cx="20391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"rejected"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"Could not load sessions."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5852160" y="2121408"/>
            <a:ext cx="233172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98464" y="2240280"/>
            <a:ext cx="20391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store the error?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5998464" y="2560320"/>
            <a:ext cx="20391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can render a failure state instead of hiding the problem inside the request function.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41248" y="3886200"/>
            <a:ext cx="7315200" cy="402336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005072"/>
            <a:ext cx="69951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request failed, so there is no successful session payload to store.</a:t>
            </a:r>
            <a:endParaRPr lang="en-US" sz="83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the sessions reducer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27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4901184" cy="3127248"/>
          </a:xfrm>
          <a:prstGeom prst="roundRect">
            <a:avLst>
              <a:gd name="adj" fmla="val 146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05840"/>
            <a:ext cx="4718304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plannerReducer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"../features/planner/plannerSlice";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sessionsReducer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"../features/sessions/sessionsSlice";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store =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configureStore({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reducer: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planner: plannerReducer,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sessions: sessionsReducer,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760" dirty="0"/>
          </a:p>
        </p:txBody>
      </p:sp>
      <p:sp>
        <p:nvSpPr>
          <p:cNvPr id="6" name="Shape 4"/>
          <p:cNvSpPr/>
          <p:nvPr/>
        </p:nvSpPr>
        <p:spPr>
          <a:xfrm>
            <a:off x="5806440" y="932688"/>
            <a:ext cx="2423160" cy="1280160"/>
          </a:xfrm>
          <a:prstGeom prst="roundRect">
            <a:avLst>
              <a:gd name="adj" fmla="val 357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61888" y="1078992"/>
            <a:ext cx="2103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state.planner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61888" y="1408176"/>
            <a:ext cx="208483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savedSessionIds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sessions has the learner saved?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806440" y="2468880"/>
            <a:ext cx="2423160" cy="1280160"/>
          </a:xfrm>
          <a:prstGeom prst="roundRect">
            <a:avLst>
              <a:gd name="adj" fmla="val 3571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61888" y="2615184"/>
            <a:ext cx="2103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state.sessions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61888" y="2935224"/>
            <a:ext cx="7315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766560" y="2962656"/>
            <a:ext cx="12161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and request state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658368" y="4279392"/>
            <a:ext cx="7571232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343400"/>
            <a:ext cx="729691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RootState is inferred from the configured store, so the typed state shape now includes state.sessions.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Request-driven UI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28</a:t>
            </a:r>
            <a:endParaRPr lang="en-US" sz="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session request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29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4709160" cy="2331720"/>
          </a:xfrm>
          <a:prstGeom prst="roundRect">
            <a:avLst>
              <a:gd name="adj" fmla="val 196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05840"/>
            <a:ext cx="4526280" cy="2185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store.dispatch(fetchSessions());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createRoot(root).render(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&lt;Provider store={store}&gt;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&lt;BrowserRouter&gt;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&lt;App /&gt;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&lt;/BrowserRouter&gt;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&lt;/Provider&gt;,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687568" y="969264"/>
            <a:ext cx="2542032" cy="896112"/>
          </a:xfrm>
          <a:prstGeom prst="roundRect">
            <a:avLst>
              <a:gd name="adj" fmla="val 5102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33872" y="1088136"/>
            <a:ext cx="22494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first?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5833872" y="1408176"/>
            <a:ext cx="224942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moves from "idle" to "pending" when the request begins.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5687568" y="2148840"/>
            <a:ext cx="2542032" cy="1005840"/>
          </a:xfrm>
          <a:prstGeom prst="roundRect">
            <a:avLst>
              <a:gd name="adj" fmla="val 4545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2267712"/>
            <a:ext cx="22494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start it here?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5833872" y="2587752"/>
            <a:ext cx="22494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catalogue is Redux-managed data shared by multiple parts of Conference Hub.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41248" y="3767328"/>
            <a:ext cx="73609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913632"/>
            <a:ext cx="6995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lectures used an Effect when a component needed its own external data while it was present. Here, the shared catalogue is loaded once for the application.</a:t>
            </a:r>
            <a:endParaRPr lang="en-US" sz="8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session request state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30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960120"/>
            <a:ext cx="4754880" cy="1627632"/>
          </a:xfrm>
          <a:prstGeom prst="roundRect">
            <a:avLst>
              <a:gd name="adj" fmla="val 280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33272"/>
            <a:ext cx="457200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sessions,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= useAppSelector(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(state) =&gt; state.sessions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40" dirty="0"/>
          </a:p>
        </p:txBody>
      </p:sp>
      <p:sp>
        <p:nvSpPr>
          <p:cNvPr id="6" name="Shape 4"/>
          <p:cNvSpPr/>
          <p:nvPr/>
        </p:nvSpPr>
        <p:spPr>
          <a:xfrm>
            <a:off x="5687568" y="941832"/>
            <a:ext cx="2542032" cy="658368"/>
          </a:xfrm>
          <a:prstGeom prst="roundRect">
            <a:avLst>
              <a:gd name="adj" fmla="val 694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33872" y="1060704"/>
            <a:ext cx="22494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33872" y="1380744"/>
            <a:ext cx="22494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session data is available?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687568" y="1746504"/>
            <a:ext cx="2542032" cy="658368"/>
          </a:xfrm>
          <a:prstGeom prst="roundRect">
            <a:avLst>
              <a:gd name="adj" fmla="val 6944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1865376"/>
            <a:ext cx="22494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33872" y="2185416"/>
            <a:ext cx="22494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phase is the request in?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687568" y="2551176"/>
            <a:ext cx="2542032" cy="658368"/>
          </a:xfrm>
          <a:prstGeom prst="roundRect">
            <a:avLst>
              <a:gd name="adj" fmla="val 694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3872" y="2670048"/>
            <a:ext cx="22494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33872" y="2990088"/>
            <a:ext cx="22494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wrong if the request failed?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58368" y="3401568"/>
            <a:ext cx="7571232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47872"/>
            <a:ext cx="29260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existing URL-backed filter remains unchanged.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3794760" y="3493008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3566160"/>
            <a:ext cx="38404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selectedTrack =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searchParams.get("track") ?? "all";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051560" y="4133088"/>
            <a:ext cx="699516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7008" y="4206240"/>
            <a:ext cx="66751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source changed. The source of the selected track did not.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loading state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31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1042416"/>
            <a:ext cx="4160520" cy="1572768"/>
          </a:xfrm>
          <a:prstGeom prst="roundRect">
            <a:avLst>
              <a:gd name="adj" fmla="val 290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115568"/>
            <a:ext cx="3977640" cy="1426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(status === "pending")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&lt;p&gt;Loading sessions...&lt;/p&gt;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257800" y="1005840"/>
            <a:ext cx="297180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8112" y="1188720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 Hub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50992" y="1572768"/>
            <a:ext cx="2194560" cy="713232"/>
          </a:xfrm>
          <a:prstGeom prst="roundRect">
            <a:avLst>
              <a:gd name="adj" fmla="val 641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719072"/>
            <a:ext cx="18745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5806440" y="1993392"/>
            <a:ext cx="18745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sessions...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4672" y="3401568"/>
            <a:ext cx="740664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547872"/>
            <a:ext cx="7040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loading state comes from Redux. We do not create another component-level isLoading value for the same request.</a:t>
            </a:r>
            <a:endParaRPr lang="en-US" sz="86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failure state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32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4160520" cy="1965960"/>
          </a:xfrm>
          <a:prstGeom prst="roundRect">
            <a:avLst>
              <a:gd name="adj" fmla="val 232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05840"/>
            <a:ext cx="3977640" cy="1819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(status === "rejected")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{error ??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"Could not load sessions."}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&lt;/p&gt;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</p:txBody>
      </p:sp>
      <p:sp>
        <p:nvSpPr>
          <p:cNvPr id="6" name="Shape 4"/>
          <p:cNvSpPr/>
          <p:nvPr/>
        </p:nvSpPr>
        <p:spPr>
          <a:xfrm>
            <a:off x="5257800" y="1005840"/>
            <a:ext cx="297180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8112" y="1188720"/>
            <a:ext cx="2560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 Hub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50992" y="1572768"/>
            <a:ext cx="2194560" cy="713232"/>
          </a:xfrm>
          <a:prstGeom prst="roundRect">
            <a:avLst>
              <a:gd name="adj" fmla="val 641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719072"/>
            <a:ext cx="18745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5806440" y="1993392"/>
            <a:ext cx="18745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not load sessions.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804672" y="3401568"/>
            <a:ext cx="740664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547872"/>
            <a:ext cx="70408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failed request is different from a successful request that returned no sessions. Failure is handled before the successful Sessions view.</a:t>
            </a:r>
            <a:endParaRPr lang="en-US" sz="83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loaded sessions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33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868680"/>
            <a:ext cx="4709160" cy="3364992"/>
          </a:xfrm>
          <a:prstGeom prst="roundRect">
            <a:avLst>
              <a:gd name="adj" fmla="val 13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41832"/>
            <a:ext cx="4526280" cy="3218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visibleSessions =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selectedTrack === "all"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sessions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sessions.filter(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(session) =&gt;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session.track === selectedTrack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735" dirty="0"/>
          </a:p>
          <a:p>
            <a:pPr indent="0" marL="0">
              <a:buNone/>
            </a:pP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(visibleSessions.length === 0) {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&lt;p&gt;No sessions available.&lt;/p&gt;;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35" dirty="0"/>
          </a:p>
          <a:p>
            <a:pPr indent="0" marL="0">
              <a:buNone/>
            </a:pP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&lt;SessionList sessions={visibleSessions} /&gt;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35" dirty="0"/>
          </a:p>
        </p:txBody>
      </p:sp>
      <p:sp>
        <p:nvSpPr>
          <p:cNvPr id="6" name="Shape 4"/>
          <p:cNvSpPr/>
          <p:nvPr/>
        </p:nvSpPr>
        <p:spPr>
          <a:xfrm>
            <a:off x="5669280" y="914400"/>
            <a:ext cx="2560320" cy="868680"/>
          </a:xfrm>
          <a:prstGeom prst="roundRect">
            <a:avLst>
              <a:gd name="adj" fmla="val 5263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33872" y="1078992"/>
            <a:ext cx="2240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request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5833872" y="1389888"/>
            <a:ext cx="22402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=== "succeeded"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5669280" y="1993392"/>
            <a:ext cx="2560320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2157984"/>
            <a:ext cx="2240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stayed the same?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5833872" y="2468880"/>
            <a:ext cx="2240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URL still controls the selected track.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669280" y="3310128"/>
            <a:ext cx="2560320" cy="530352"/>
          </a:xfrm>
          <a:prstGeom prst="roundRect">
            <a:avLst>
              <a:gd name="adj" fmla="val 86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3872" y="3493008"/>
            <a:ext cx="22402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filter. New data source.</a:t>
            </a:r>
            <a:endParaRPr lang="en-US" sz="9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the session request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34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960120"/>
            <a:ext cx="2788920" cy="64008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33272"/>
            <a:ext cx="2606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dispatch =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useAppDispatch();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658368" y="1847088"/>
            <a:ext cx="4160520" cy="2487168"/>
          </a:xfrm>
          <a:prstGeom prst="roundRect">
            <a:avLst>
              <a:gd name="adj" fmla="val 183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20240"/>
            <a:ext cx="3977640" cy="2340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(status === "rejected") {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{error ??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"Could not load sessions."}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&lt;/p&gt;</a:t>
            </a:r>
            <a:endParaRPr lang="en-US" sz="695" dirty="0"/>
          </a:p>
          <a:p>
            <a:pPr indent="0" marL="0">
              <a:buNone/>
            </a:pP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type="button"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onClick={() =&gt;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dispatch(fetchSessions())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&gt;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Retry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&lt;/button&gt;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95" dirty="0"/>
          </a:p>
        </p:txBody>
      </p:sp>
      <p:sp>
        <p:nvSpPr>
          <p:cNvPr id="8" name="Shape 6"/>
          <p:cNvSpPr/>
          <p:nvPr/>
        </p:nvSpPr>
        <p:spPr>
          <a:xfrm>
            <a:off x="5212080" y="960120"/>
            <a:ext cx="2971800" cy="1389888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3248" y="1143000"/>
            <a:ext cx="257860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UI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05856" y="1517904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24728" y="1655064"/>
            <a:ext cx="17830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not load sessions.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309360" y="1993392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2057400"/>
            <a:ext cx="512064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5212080" y="2880360"/>
            <a:ext cx="2971800" cy="868680"/>
          </a:xfrm>
          <a:prstGeom prst="roundRect">
            <a:avLst>
              <a:gd name="adj" fmla="val 526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3248" y="3063240"/>
            <a:ext cx="257860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starts the same lifecycle again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13248" y="3429000"/>
            <a:ext cx="25786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rejected, pending, then succeeded or rejected</a:t>
            </a:r>
            <a:endParaRPr lang="en-US" sz="7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now depends on both Redux domains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35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713232" y="1097280"/>
            <a:ext cx="233172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243584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1560" y="1645920"/>
            <a:ext cx="16459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savedSessionIds</a:t>
            </a:r>
            <a:endParaRPr lang="en-US" sz="740" dirty="0"/>
          </a:p>
        </p:txBody>
      </p:sp>
      <p:sp>
        <p:nvSpPr>
          <p:cNvPr id="7" name="Shape 5"/>
          <p:cNvSpPr/>
          <p:nvPr/>
        </p:nvSpPr>
        <p:spPr>
          <a:xfrm>
            <a:off x="3493008" y="1097280"/>
            <a:ext cx="2331720" cy="1298448"/>
          </a:xfrm>
          <a:prstGeom prst="roundRect">
            <a:avLst>
              <a:gd name="adj" fmla="val 3521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243584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51960" y="1645920"/>
            <a:ext cx="86868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6272784" y="1097280"/>
            <a:ext cx="2057400" cy="1005840"/>
          </a:xfrm>
          <a:prstGeom prst="roundRect">
            <a:avLst>
              <a:gd name="adj" fmla="val 4545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243584"/>
            <a:ext cx="17007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view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0" y="1627632"/>
            <a:ext cx="16093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session cards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3054096" y="1600200"/>
            <a:ext cx="402336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33872" y="1600200"/>
            <a:ext cx="420624" cy="0"/>
          </a:xfrm>
          <a:prstGeom prst="line">
            <a:avLst/>
          </a:prstGeom>
          <a:noFill/>
          <a:ln w="1778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96112" y="2880360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999232"/>
            <a:ext cx="18562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1042416" y="3319272"/>
            <a:ext cx="18562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saved sessions...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493008" y="2880360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9312" y="2999232"/>
            <a:ext cx="18562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3639312" y="3319272"/>
            <a:ext cx="18562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catalogue failure.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089904" y="2880360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2999232"/>
            <a:ext cx="18562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succeeded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236208" y="3319272"/>
            <a:ext cx="18562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savedSessions from IDs plus catalogue.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1261872" y="4023360"/>
            <a:ext cx="662940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53312" y="4096512"/>
            <a:ext cx="6446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savedSessions = sessions.filter(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(session) =&gt; savedSessionIds.includes(session.id)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1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one complete session request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36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987552" cy="658368"/>
          </a:xfrm>
          <a:prstGeom prst="roundRect">
            <a:avLst>
              <a:gd name="adj" fmla="val 694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43584"/>
            <a:ext cx="2194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4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8046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1591056" y="1499616"/>
            <a:ext cx="155448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783080" y="1170432"/>
            <a:ext cx="987552" cy="658368"/>
          </a:xfrm>
          <a:prstGeom prst="roundRect">
            <a:avLst>
              <a:gd name="adj" fmla="val 6944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65376" y="1243584"/>
            <a:ext cx="2194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1874520" y="1481328"/>
            <a:ext cx="8046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807208" y="1499616"/>
            <a:ext cx="155448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99232" y="1170432"/>
            <a:ext cx="987552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1243584"/>
            <a:ext cx="2194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3090672" y="1481328"/>
            <a:ext cx="8046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/api/sessions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023360" y="1499616"/>
            <a:ext cx="155448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15384" y="1170432"/>
            <a:ext cx="987552" cy="658368"/>
          </a:xfrm>
          <a:prstGeom prst="roundRect">
            <a:avLst>
              <a:gd name="adj" fmla="val 6944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243584"/>
            <a:ext cx="2194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4306824" y="1481328"/>
            <a:ext cx="8046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array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239512" y="1499616"/>
            <a:ext cx="155448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31536" y="1170432"/>
            <a:ext cx="987552" cy="658368"/>
          </a:xfrm>
          <a:prstGeom prst="roundRect">
            <a:avLst>
              <a:gd name="adj" fmla="val 6944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1243584"/>
            <a:ext cx="2194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5522976" y="1481328"/>
            <a:ext cx="8046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fulfilled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455664" y="1499616"/>
            <a:ext cx="155448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47688" y="1170432"/>
            <a:ext cx="987552" cy="658368"/>
          </a:xfrm>
          <a:prstGeom prst="roundRect">
            <a:avLst>
              <a:gd name="adj" fmla="val 6944"/>
            </a:avLst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9984" y="1243584"/>
            <a:ext cx="2194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6739128" y="1481328"/>
            <a:ext cx="8046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914400" y="2999232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163824"/>
            <a:ext cx="2971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page reads the current catalogue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1097280" y="3593592"/>
            <a:ext cx="2971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renders loading, failure or the filtered list from Redux state.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4892040" y="2999232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163824"/>
            <a:ext cx="2971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reads the same catalogue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5074920" y="3593592"/>
            <a:ext cx="2971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combines sessions with savedSessionIds to render saved cards.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1234440" y="4297680"/>
            <a:ext cx="667512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89888" y="4379976"/>
            <a:ext cx="63642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request fails instead, rejected records the failure state.</a:t>
            </a:r>
            <a:endParaRPr lang="en-US" sz="79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Follow the request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37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841248"/>
            <a:ext cx="3657600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9264"/>
            <a:ext cx="11887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state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103120" y="1005840"/>
            <a:ext cx="1874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items: [], status: "idle", error: null }</a:t>
            </a:r>
            <a:endParaRPr lang="en-US" sz="660" dirty="0"/>
          </a:p>
        </p:txBody>
      </p:sp>
      <p:sp>
        <p:nvSpPr>
          <p:cNvPr id="7" name="Shape 5"/>
          <p:cNvSpPr/>
          <p:nvPr/>
        </p:nvSpPr>
        <p:spPr>
          <a:xfrm>
            <a:off x="4572000" y="841248"/>
            <a:ext cx="3639312" cy="676656"/>
          </a:xfrm>
          <a:prstGeom prst="roundRect">
            <a:avLst>
              <a:gd name="adj" fmla="val 675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024128"/>
            <a:ext cx="32735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dispatches fetchSessions(). The request fails.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Which lifecycle action occurs first?</a:t>
            </a:r>
            <a:endParaRPr lang="en-US" sz="91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should status contain while running?</a:t>
            </a:r>
            <a:endParaRPr lang="en-US" sz="91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Which action represents the failure?</a:t>
            </a:r>
            <a:endParaRPr lang="en-US" sz="910" dirty="0"/>
          </a:p>
        </p:txBody>
      </p:sp>
      <p:sp>
        <p:nvSpPr>
          <p:cNvPr id="12" name="Text 10"/>
          <p:cNvSpPr/>
          <p:nvPr/>
        </p:nvSpPr>
        <p:spPr>
          <a:xfrm>
            <a:off x="4663440" y="1783080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should status contain after failure?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4663440" y="2194560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What should the Sessions page show?</a:t>
            </a:r>
            <a:endParaRPr lang="en-US" sz="91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36576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What should Retry dispatch?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777240" y="3364992"/>
            <a:ext cx="7498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511296"/>
            <a:ext cx="822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74520" y="3493008"/>
            <a:ext cx="23774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fetchSessions.pending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"pending"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fetchSessions.rejected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17720" y="3493008"/>
            <a:ext cx="306324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"rejected"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Failure message and Retry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fetchSessions()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38</a:t>
            </a:r>
            <a:endParaRPr lang="en-US" sz="6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Support Ticket Queue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39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932688"/>
            <a:ext cx="3291840" cy="29718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143000"/>
            <a:ext cx="27432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Ticket Queue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554480"/>
            <a:ext cx="12801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tickets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32688" y="1847088"/>
            <a:ext cx="2651760" cy="530352"/>
          </a:xfrm>
          <a:prstGeom prst="roundRect">
            <a:avLst>
              <a:gd name="adj" fmla="val 862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965960"/>
            <a:ext cx="235915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issue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78992" y="2286000"/>
            <a:ext cx="2359152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High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932688" y="2542032"/>
            <a:ext cx="2651760" cy="530352"/>
          </a:xfrm>
          <a:prstGeom prst="roundRect">
            <a:avLst>
              <a:gd name="adj" fmla="val 86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660904"/>
            <a:ext cx="235915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question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78992" y="2980944"/>
            <a:ext cx="2359152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Low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343400" y="914400"/>
            <a:ext cx="3886200" cy="64008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078992"/>
            <a:ext cx="3520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includes configured Redux store and typed hooks, page shell, ticket list component and local API.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4343400" y="1847088"/>
            <a:ext cx="2331720" cy="1298448"/>
          </a:xfrm>
          <a:prstGeom prst="roundRect">
            <a:avLst>
              <a:gd name="adj" fmla="val 352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920240"/>
            <a:ext cx="2148840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Ticket = {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string;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subject: string;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priority: "low" | "high";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710" dirty="0"/>
          </a:p>
          <a:p>
            <a:pPr indent="0" marL="0">
              <a:buNone/>
            </a:pP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/api/tickets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6949440" y="1847088"/>
            <a:ext cx="1280160" cy="1298448"/>
          </a:xfrm>
          <a:prstGeom prst="roundRect">
            <a:avLst>
              <a:gd name="adj" fmla="val 3571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04888" y="2011680"/>
            <a:ext cx="96926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7178040" y="2331720"/>
            <a:ext cx="822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343400" y="3675888"/>
            <a:ext cx="3886200" cy="384048"/>
          </a:xfrm>
          <a:prstGeom prst="roundRect">
            <a:avLst>
              <a:gd name="adj" fmla="val 11905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3803904"/>
            <a:ext cx="35204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async Redux pattern from Conference Hub.</a:t>
            </a:r>
            <a:endParaRPr lang="en-US" sz="8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Build the ticket request state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40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713232" y="1060704"/>
            <a:ext cx="3611880" cy="1115568"/>
          </a:xfrm>
          <a:prstGeom prst="roundRect">
            <a:avLst>
              <a:gd name="adj" fmla="val 40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197864"/>
            <a:ext cx="2560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43584" y="1197864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43584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TicketsState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items, status, error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4590288" y="1060704"/>
            <a:ext cx="3611880" cy="1115568"/>
          </a:xfrm>
          <a:prstGeom prst="roundRect">
            <a:avLst>
              <a:gd name="adj" fmla="val 40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1197864"/>
            <a:ext cx="2560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0" y="1197864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Thunk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fetchTickets()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/api/tickets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713232" y="2779776"/>
            <a:ext cx="3611880" cy="1115568"/>
          </a:xfrm>
          <a:prstGeom prst="roundRect">
            <a:avLst>
              <a:gd name="adj" fmla="val 4098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916936"/>
            <a:ext cx="2560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43584" y="2916936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43584" y="3273552"/>
            <a:ext cx="2743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fulfilled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590288" y="2779776"/>
            <a:ext cx="3611880" cy="1115568"/>
          </a:xfrm>
          <a:prstGeom prst="roundRect">
            <a:avLst>
              <a:gd name="adj" fmla="val 4098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916936"/>
            <a:ext cx="2560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916936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3273552"/>
            <a:ext cx="2743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ticketsReducer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state.tickets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1078992" y="4279392"/>
            <a:ext cx="694944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3584" y="4361688"/>
            <a:ext cx="66019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before connecting the UI, Redux should represent every stage of the ticket request.</a:t>
            </a:r>
            <a:endParaRPr lang="en-US" sz="7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Connect the ticket UI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41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1627632" cy="1353312"/>
          </a:xfrm>
          <a:prstGeom prst="roundRect">
            <a:avLst>
              <a:gd name="adj" fmla="val 337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417320"/>
            <a:ext cx="13350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850392" y="1783080"/>
            <a:ext cx="12984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fetchTickets()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350008" y="1911096"/>
            <a:ext cx="32004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24912" y="1234440"/>
            <a:ext cx="1627632" cy="1353312"/>
          </a:xfrm>
          <a:prstGeom prst="roundRect">
            <a:avLst>
              <a:gd name="adj" fmla="val 3378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1216" y="1417320"/>
            <a:ext cx="13350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2889504" y="1783080"/>
            <a:ext cx="12984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89120" y="1911096"/>
            <a:ext cx="32004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64024" y="1234440"/>
            <a:ext cx="1627632" cy="1353312"/>
          </a:xfrm>
          <a:prstGeom prst="roundRect">
            <a:avLst>
              <a:gd name="adj" fmla="val 337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417320"/>
            <a:ext cx="13350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4928616" y="1783080"/>
            <a:ext cx="12984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list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 + Retry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28232" y="1911096"/>
            <a:ext cx="32004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03136" y="1234440"/>
            <a:ext cx="1627632" cy="1353312"/>
          </a:xfrm>
          <a:prstGeom prst="roundRect">
            <a:avLst>
              <a:gd name="adj" fmla="val 3378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417320"/>
            <a:ext cx="13350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6967728" y="1783080"/>
            <a:ext cx="12984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fetchTickets()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3127248"/>
            <a:ext cx="73152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401568"/>
            <a:ext cx="691286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create a second component-level loading or error state for this request.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5568" y="3694176"/>
            <a:ext cx="691286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ticket page should render from state.tickets just as Conference Hub rendered from state.sessions.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completion check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42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713232" y="1005840"/>
            <a:ext cx="2331720" cy="1143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124712"/>
            <a:ext cx="203911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1: Successful request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859536" y="1444752"/>
            <a:ext cx="20391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"succeeded"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items: returned tickets</a:t>
            </a:r>
            <a:endParaRPr lang="en-US" sz="760" dirty="0"/>
          </a:p>
        </p:txBody>
      </p:sp>
      <p:sp>
        <p:nvSpPr>
          <p:cNvPr id="7" name="Shape 5"/>
          <p:cNvSpPr/>
          <p:nvPr/>
        </p:nvSpPr>
        <p:spPr>
          <a:xfrm>
            <a:off x="3346704" y="1005840"/>
            <a:ext cx="2331720" cy="1143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3008" y="1124712"/>
            <a:ext cx="203911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2: Failed request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3493008" y="1444752"/>
            <a:ext cx="20391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"rejected"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and Retry show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5980176" y="1005840"/>
            <a:ext cx="2331720" cy="11430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124712"/>
            <a:ext cx="203911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3: Retry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6126480" y="1444752"/>
            <a:ext cx="20391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returns to "pending"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can succeed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713232" y="2615184"/>
            <a:ext cx="36118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88920"/>
            <a:ext cx="3200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check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914400" y="3081528"/>
            <a:ext cx="3200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tickets request state</a:t>
            </a:r>
            <a:endParaRPr lang="en-US" sz="770" dirty="0"/>
          </a:p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fetchTickets thunk</a:t>
            </a:r>
            <a:endParaRPr lang="en-US" sz="770" dirty="0"/>
          </a:p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handling</a:t>
            </a:r>
            <a:endParaRPr lang="en-US" sz="770" dirty="0"/>
          </a:p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registered reducer</a:t>
            </a:r>
            <a:endParaRPr lang="en-US" sz="770" dirty="0"/>
          </a:p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selectors</a:t>
            </a:r>
            <a:endParaRPr lang="en-US" sz="770" dirty="0"/>
          </a:p>
          <a:p>
            <a:pPr algn="l"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 component request state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4617720" y="2615184"/>
            <a:ext cx="3611880" cy="1234440"/>
          </a:xfrm>
          <a:prstGeom prst="roundRect">
            <a:avLst>
              <a:gd name="adj" fmla="val 370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788920"/>
            <a:ext cx="3200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800600" y="3108960"/>
            <a:ext cx="3200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Retry dispatch the same thunk?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lifecycle actions handled in extraReducers?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RTK Query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43</a:t>
            </a:r>
            <a:endParaRPr lang="en-US" sz="6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wrote the request workflow explicitly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44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713232" y="950976"/>
            <a:ext cx="361188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43000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workflow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24128" y="1627632"/>
            <a:ext cx="3017520" cy="329184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728216"/>
            <a:ext cx="272491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SessionsState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1024128" y="2084832"/>
            <a:ext cx="3017520" cy="329184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85416"/>
            <a:ext cx="272491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fetchSessions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1024128" y="2542032"/>
            <a:ext cx="3017520" cy="329184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642616"/>
            <a:ext cx="272491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/ fulfilled / rejected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024128" y="2999232"/>
            <a:ext cx="3017520" cy="329184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099816"/>
            <a:ext cx="272491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extraReducers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1024128" y="3456432"/>
            <a:ext cx="3017520" cy="329184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557016"/>
            <a:ext cx="272491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/ loading / data / failure / Retry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617720" y="950976"/>
            <a:ext cx="3611880" cy="3246120"/>
          </a:xfrm>
          <a:prstGeom prst="roundRect">
            <a:avLst>
              <a:gd name="adj" fmla="val 1408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143000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this teach us?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56048" y="1627632"/>
            <a:ext cx="272491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workflow explicitly showed how asynchronous work moves through Redux.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956048" y="2487168"/>
            <a:ext cx="27249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common server-data fetching, repeating every piece can become unnecessary work.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1024128" y="4315968"/>
            <a:ext cx="6903720" cy="27432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07008" y="4398264"/>
            <a:ext cx="65379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RTK Query raises the level of abstraction for standard server-data workflows.</a:t>
            </a:r>
            <a:endParaRPr lang="en-US" sz="78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RTK Query handles for us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45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713232" y="1115568"/>
            <a:ext cx="2286000" cy="1591056"/>
          </a:xfrm>
          <a:prstGeom prst="roundRect">
            <a:avLst>
              <a:gd name="adj" fmla="val 28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234440"/>
            <a:ext cx="19933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9536" y="1645920"/>
            <a:ext cx="199339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query request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hook is used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3328416" y="1115568"/>
            <a:ext cx="2286000" cy="1591056"/>
          </a:xfrm>
          <a:prstGeom prst="roundRect">
            <a:avLst>
              <a:gd name="adj" fmla="val 2874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234440"/>
            <a:ext cx="19933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+ cache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645920"/>
            <a:ext cx="199339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loading, data, error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 data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query results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5943600" y="1115568"/>
            <a:ext cx="2286000" cy="1591056"/>
          </a:xfrm>
          <a:prstGeom prst="roundRect">
            <a:avLst>
              <a:gd name="adj" fmla="val 287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9904" y="1234440"/>
            <a:ext cx="19933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integration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9904" y="1645920"/>
            <a:ext cx="199339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hooks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subscribe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query state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896112" y="3200400"/>
            <a:ext cx="7223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383280"/>
            <a:ext cx="1188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scope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2514600" y="3383280"/>
            <a:ext cx="5349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read-only query. No mutations, cache tags, invalidation, polling or optimistic updates.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298448" y="4233672"/>
            <a:ext cx="6446520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4306824"/>
            <a:ext cx="61264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describe the API endpoint. RTK Query manages the common server-data workflow.</a:t>
            </a:r>
            <a:endParaRPr lang="en-US" sz="7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Conference API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46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841248"/>
            <a:ext cx="5074920" cy="3611880"/>
          </a:xfrm>
          <a:prstGeom prst="roundRect">
            <a:avLst>
              <a:gd name="adj" fmla="val 126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4892040" cy="3465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</a:t>
            </a:r>
            <a:endParaRPr lang="en-US" sz="755" dirty="0"/>
          </a:p>
          <a:p>
            <a:pPr indent="0" marL="0">
              <a:buNone/>
            </a:pPr>
            <a:r>
              <a:rPr lang="en-US" sz="75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createApi,</a:t>
            </a:r>
            <a:endParaRPr lang="en-US" sz="755" dirty="0"/>
          </a:p>
          <a:p>
            <a:pPr indent="0" marL="0">
              <a:buNone/>
            </a:pPr>
            <a:r>
              <a:rPr lang="en-US" sz="75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fetchBaseQuery,</a:t>
            </a:r>
            <a:endParaRPr lang="en-US" sz="755" dirty="0"/>
          </a:p>
          <a:p>
            <a:pPr indent="0" marL="0">
              <a:buNone/>
            </a:pPr>
            <a:r>
              <a:rPr lang="en-US" sz="75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from "@reduxjs/toolkit/query/react";</a:t>
            </a:r>
            <a:endParaRPr lang="en-US" sz="755" dirty="0"/>
          </a:p>
          <a:p>
            <a:pPr indent="0" marL="0">
              <a:buNone/>
            </a:pPr>
            <a:endParaRPr lang="en-US" sz="755" dirty="0"/>
          </a:p>
          <a:p>
            <a:pPr indent="0" marL="0">
              <a:buNone/>
            </a:pPr>
            <a:r>
              <a:rPr lang="en-US" sz="75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conferenceApi =</a:t>
            </a:r>
            <a:endParaRPr lang="en-US" sz="755" dirty="0"/>
          </a:p>
          <a:p>
            <a:pPr indent="0" marL="0">
              <a:buNone/>
            </a:pPr>
            <a:r>
              <a:rPr lang="en-US" sz="75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createApi({</a:t>
            </a:r>
            <a:endParaRPr lang="en-US" sz="755" dirty="0"/>
          </a:p>
          <a:p>
            <a:pPr indent="0" marL="0">
              <a:buNone/>
            </a:pPr>
            <a:r>
              <a:rPr lang="en-US" sz="75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reducerPath: "conferenceApi",</a:t>
            </a:r>
            <a:endParaRPr lang="en-US" sz="755" dirty="0"/>
          </a:p>
          <a:p>
            <a:pPr indent="0" marL="0">
              <a:buNone/>
            </a:pPr>
            <a:endParaRPr lang="en-US" sz="755" dirty="0"/>
          </a:p>
          <a:p>
            <a:pPr indent="0" marL="0">
              <a:buNone/>
            </a:pPr>
            <a:r>
              <a:rPr lang="en-US" sz="75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baseQuery: fetchBaseQuery({</a:t>
            </a:r>
            <a:endParaRPr lang="en-US" sz="755" dirty="0"/>
          </a:p>
          <a:p>
            <a:pPr indent="0" marL="0">
              <a:buNone/>
            </a:pPr>
            <a:r>
              <a:rPr lang="en-US" sz="75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baseUrl: "/api/",</a:t>
            </a:r>
            <a:endParaRPr lang="en-US" sz="755" dirty="0"/>
          </a:p>
          <a:p>
            <a:pPr indent="0" marL="0">
              <a:buNone/>
            </a:pPr>
            <a:r>
              <a:rPr lang="en-US" sz="75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}),</a:t>
            </a:r>
            <a:endParaRPr lang="en-US" sz="755" dirty="0"/>
          </a:p>
          <a:p>
            <a:pPr indent="0" marL="0">
              <a:buNone/>
            </a:pPr>
            <a:endParaRPr lang="en-US" sz="755" dirty="0"/>
          </a:p>
          <a:p>
            <a:pPr indent="0" marL="0">
              <a:buNone/>
            </a:pPr>
            <a:r>
              <a:rPr lang="en-US" sz="75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endpoints: () =&gt; ({}),</a:t>
            </a:r>
            <a:endParaRPr lang="en-US" sz="755" dirty="0"/>
          </a:p>
          <a:p>
            <a:pPr indent="0" marL="0">
              <a:buNone/>
            </a:pPr>
            <a:r>
              <a:rPr lang="en-US" sz="75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755" dirty="0"/>
          </a:p>
        </p:txBody>
      </p:sp>
      <p:sp>
        <p:nvSpPr>
          <p:cNvPr id="6" name="Shape 4"/>
          <p:cNvSpPr/>
          <p:nvPr/>
        </p:nvSpPr>
        <p:spPr>
          <a:xfrm>
            <a:off x="6062472" y="1024128"/>
            <a:ext cx="2148840" cy="987552"/>
          </a:xfrm>
          <a:prstGeom prst="roundRect">
            <a:avLst>
              <a:gd name="adj" fmla="val 463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08776" y="1143000"/>
            <a:ext cx="18562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reducerPath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6208776" y="1481328"/>
            <a:ext cx="185623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the Redux state domain used by this API slice.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6062472" y="2359152"/>
            <a:ext cx="2148840" cy="1170432"/>
          </a:xfrm>
          <a:prstGeom prst="roundRect">
            <a:avLst>
              <a:gd name="adj" fmla="val 3906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08776" y="2478024"/>
            <a:ext cx="18562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fetchBaseQuery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6208776" y="2816352"/>
            <a:ext cx="185623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the common request behavior for these endpoints.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6062472" y="3822192"/>
            <a:ext cx="2148840" cy="438912"/>
          </a:xfrm>
          <a:prstGeom prst="roundRect">
            <a:avLst>
              <a:gd name="adj" fmla="val 10417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3968496"/>
            <a:ext cx="181051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speaker endpoint exists yet.</a:t>
            </a:r>
            <a:endParaRPr lang="en-US" sz="81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typed speaker query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47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2514600" cy="100584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9264"/>
            <a:ext cx="233172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Speaker =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string;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string;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topic: string;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>
            <a:off x="3547872" y="896112"/>
            <a:ext cx="4645152" cy="100584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1069848"/>
            <a:ext cx="42245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Spotlight</a:t>
            </a:r>
            <a:endParaRPr lang="en-US" sz="1160" dirty="0"/>
          </a:p>
        </p:txBody>
      </p:sp>
      <p:sp>
        <p:nvSpPr>
          <p:cNvPr id="8" name="Text 6"/>
          <p:cNvSpPr/>
          <p:nvPr/>
        </p:nvSpPr>
        <p:spPr>
          <a:xfrm>
            <a:off x="3749040" y="1417320"/>
            <a:ext cx="422452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read-only server-data feature for Conference Hub.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731520" y="2139696"/>
            <a:ext cx="5166360" cy="1426464"/>
          </a:xfrm>
          <a:prstGeom prst="roundRect">
            <a:avLst>
              <a:gd name="adj" fmla="val 320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12848"/>
            <a:ext cx="49834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endpoints: (builder) =&gt; ({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getSpeakers: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builder.query&lt;Speaker[], void&gt;({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query: () =&gt; "speakers",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}),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}),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6190488" y="2139696"/>
            <a:ext cx="1993392" cy="630936"/>
          </a:xfrm>
          <a:prstGeom prst="roundRect">
            <a:avLst>
              <a:gd name="adj" fmla="val 724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2258568"/>
            <a:ext cx="17007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Speaker[]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36792" y="2487168"/>
            <a:ext cx="170078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 data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190488" y="2935224"/>
            <a:ext cx="1993392" cy="630936"/>
          </a:xfrm>
          <a:prstGeom prst="roundRect">
            <a:avLst>
              <a:gd name="adj" fmla="val 7246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3054096"/>
            <a:ext cx="17007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36792" y="3282696"/>
            <a:ext cx="170078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query input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1783080" y="3886200"/>
            <a:ext cx="4297680" cy="585216"/>
          </a:xfrm>
          <a:prstGeom prst="roundRect">
            <a:avLst>
              <a:gd name="adj" fmla="val 781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3959352"/>
            <a:ext cx="4114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useGetSpeakersQuery,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= conferenceApi;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6327648" y="3886200"/>
            <a:ext cx="1828800" cy="585216"/>
          </a:xfrm>
          <a:prstGeom prst="roundRect">
            <a:avLst>
              <a:gd name="adj" fmla="val 7813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4005072"/>
            <a:ext cx="14630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getSpeakers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6510528" y="4224528"/>
            <a:ext cx="14630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the hook</a:t>
            </a:r>
            <a:endParaRPr lang="en-US" sz="74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the API slice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48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841248"/>
            <a:ext cx="5120640" cy="3657600"/>
          </a:xfrm>
          <a:prstGeom prst="roundRect">
            <a:avLst>
              <a:gd name="adj" fmla="val 1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4937760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store =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configureStore({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reducer: {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planner: plannerReducer,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sessions: sessionsReducer,</a:t>
            </a:r>
            <a:endParaRPr lang="en-US" sz="735" dirty="0"/>
          </a:p>
          <a:p>
            <a:pPr indent="0" marL="0">
              <a:buNone/>
            </a:pP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[conferenceApi.reducerPath]: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conferenceApi.reducer,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735" dirty="0"/>
          </a:p>
          <a:p>
            <a:pPr indent="0" marL="0">
              <a:buNone/>
            </a:pP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middleware: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(getDefaultMiddleware) =&gt;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getDefaultMiddleware().concat(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conferenceApi.middleware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735" dirty="0"/>
          </a:p>
          <a:p>
            <a:pPr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735" dirty="0"/>
          </a:p>
        </p:txBody>
      </p:sp>
      <p:sp>
        <p:nvSpPr>
          <p:cNvPr id="6" name="Shape 4"/>
          <p:cNvSpPr/>
          <p:nvPr/>
        </p:nvSpPr>
        <p:spPr>
          <a:xfrm>
            <a:off x="6071616" y="1078992"/>
            <a:ext cx="2121408" cy="1051560"/>
          </a:xfrm>
          <a:prstGeom prst="roundRect">
            <a:avLst>
              <a:gd name="adj" fmla="val 43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197864"/>
            <a:ext cx="18288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reducer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1554480"/>
            <a:ext cx="182880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RTK Query state and cached query data.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071616" y="2542032"/>
            <a:ext cx="2121408" cy="1207008"/>
          </a:xfrm>
          <a:prstGeom prst="roundRect">
            <a:avLst>
              <a:gd name="adj" fmla="val 3788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660904"/>
            <a:ext cx="18288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middleware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3017520"/>
            <a:ext cx="18288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query behavior, subscriptions and cache lifetimes.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071616" y="4050792"/>
            <a:ext cx="2121408" cy="384048"/>
          </a:xfrm>
          <a:prstGeom prst="roundRect">
            <a:avLst>
              <a:gd name="adj" fmla="val 11905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4169664"/>
            <a:ext cx="17922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and sessions remain unchanged</a:t>
            </a:r>
            <a:endParaRPr lang="en-US" sz="74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generated query hook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49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786384"/>
            <a:ext cx="5166360" cy="3822192"/>
          </a:xfrm>
          <a:prstGeom prst="roundRect">
            <a:avLst>
              <a:gd name="adj" fmla="val 119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859536"/>
            <a:ext cx="4983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8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</a:t>
            </a: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data: speakers = [],</a:t>
            </a: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isLoading,</a:t>
            </a: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error,</a:t>
            </a: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= useGetSpeakersQuery();</a:t>
            </a:r>
            <a:endParaRPr lang="en-US" sz="685" dirty="0"/>
          </a:p>
          <a:p>
            <a:pPr indent="0" marL="0">
              <a:buNone/>
            </a:pP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(isLoading) {</a:t>
            </a: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&lt;p&gt;Loading speakers...&lt;/p&gt;;</a:t>
            </a: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85" dirty="0"/>
          </a:p>
          <a:p>
            <a:pPr indent="0" marL="0">
              <a:buNone/>
            </a:pP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(error) {</a:t>
            </a: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&lt;p&gt;Could not load speakers.&lt;/p&gt;;</a:t>
            </a: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85" dirty="0"/>
          </a:p>
          <a:p>
            <a:pPr indent="0" marL="0">
              <a:buNone/>
            </a:pP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(speakers.length === 0) {</a:t>
            </a: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&lt;p&gt;No speakers available.&lt;/p&gt;;</a:t>
            </a: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85" dirty="0"/>
          </a:p>
          <a:p>
            <a:pPr indent="0" marL="0">
              <a:buNone/>
            </a:pP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&lt;SpeakerList speakers={speakers} /&gt;</a:t>
            </a: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85" dirty="0"/>
          </a:p>
        </p:txBody>
      </p:sp>
      <p:sp>
        <p:nvSpPr>
          <p:cNvPr id="6" name="Shape 4"/>
          <p:cNvSpPr/>
          <p:nvPr/>
        </p:nvSpPr>
        <p:spPr>
          <a:xfrm>
            <a:off x="6144768" y="932688"/>
            <a:ext cx="2048256" cy="713232"/>
          </a:xfrm>
          <a:prstGeom prst="roundRect">
            <a:avLst>
              <a:gd name="adj" fmla="val 641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91072" y="1051560"/>
            <a:ext cx="17556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6291072" y="1298448"/>
            <a:ext cx="17556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speakers...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144768" y="1773936"/>
            <a:ext cx="2048256" cy="713232"/>
          </a:xfrm>
          <a:prstGeom prst="roundRect">
            <a:avLst>
              <a:gd name="adj" fmla="val 641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892808"/>
            <a:ext cx="17556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291072" y="2139696"/>
            <a:ext cx="17556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not load speakers.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144768" y="2615184"/>
            <a:ext cx="2048256" cy="713232"/>
          </a:xfrm>
          <a:prstGeom prst="roundRect">
            <a:avLst>
              <a:gd name="adj" fmla="val 641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2734056"/>
            <a:ext cx="17556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6291072" y="2980944"/>
            <a:ext cx="17556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speakers available.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44768" y="3456432"/>
            <a:ext cx="2048256" cy="713232"/>
          </a:xfrm>
          <a:prstGeom prst="roundRect">
            <a:avLst>
              <a:gd name="adj" fmla="val 641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3575304"/>
            <a:ext cx="17556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291072" y="3822192"/>
            <a:ext cx="17556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SpeakerList renders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144768" y="4343400"/>
            <a:ext cx="2048256" cy="201168"/>
          </a:xfrm>
          <a:prstGeom prst="roundRect">
            <a:avLst>
              <a:gd name="adj" fmla="val 22727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4389120"/>
            <a:ext cx="1792224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fetchSpeakers thunk or speaker request slice.</a:t>
            </a:r>
            <a:endParaRPr lang="en-US" sz="6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thunk or RTK Query?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50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713232" y="960120"/>
            <a:ext cx="3657600" cy="2743200"/>
          </a:xfrm>
          <a:prstGeom prst="roundRect">
            <a:avLst>
              <a:gd name="adj" fmla="val 1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143000"/>
            <a:ext cx="321868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async Redux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1024128" y="1618488"/>
            <a:ext cx="7498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847088" y="1618488"/>
            <a:ext cx="22128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thunk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24128" y="1984248"/>
            <a:ext cx="7498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47088" y="1984248"/>
            <a:ext cx="22128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state explicitly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24128" y="2350008"/>
            <a:ext cx="7498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47088" y="2350008"/>
            <a:ext cx="22128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actions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24128" y="2715768"/>
            <a:ext cx="7498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847088" y="2715768"/>
            <a:ext cx="22128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with selectors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4128" y="3081528"/>
            <a:ext cx="7498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47088" y="3081528"/>
            <a:ext cx="22128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data in the slice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3657600" cy="2743200"/>
          </a:xfrm>
          <a:prstGeom prst="roundRect">
            <a:avLst>
              <a:gd name="adj" fmla="val 1667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1143000"/>
            <a:ext cx="321868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RTK Query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065776" y="1618488"/>
            <a:ext cx="7498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88736" y="1618488"/>
            <a:ext cx="22128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65776" y="1984248"/>
            <a:ext cx="7498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88736" y="1984248"/>
            <a:ext cx="22128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for the query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65776" y="2350008"/>
            <a:ext cx="7498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88736" y="2350008"/>
            <a:ext cx="22128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by RTK Query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65776" y="2715768"/>
            <a:ext cx="7498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88736" y="2715768"/>
            <a:ext cx="22128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query hook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65776" y="3081528"/>
            <a:ext cx="7498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88736" y="3081528"/>
            <a:ext cx="22128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results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96112" y="4041648"/>
            <a:ext cx="3383280" cy="402336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4160520"/>
            <a:ext cx="3017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catalogue: createAsyncThunk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46320" y="4041648"/>
            <a:ext cx="3383280" cy="402336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4160520"/>
            <a:ext cx="3017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Spotlight: RTK Query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integration: Conference Hub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51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3401568" y="1920240"/>
            <a:ext cx="23317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84448" y="2157984"/>
            <a:ext cx="1965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 Hub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84448" y="2532888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architecture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1792" y="969264"/>
            <a:ext cx="1975104" cy="676656"/>
          </a:xfrm>
          <a:prstGeom prst="roundRect">
            <a:avLst>
              <a:gd name="adj" fmla="val 67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088136"/>
            <a:ext cx="16824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React state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768096" y="1325880"/>
            <a:ext cx="1682496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isHelpOpen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621792" y="2011680"/>
            <a:ext cx="1975104" cy="676656"/>
          </a:xfrm>
          <a:prstGeom prst="roundRect">
            <a:avLst>
              <a:gd name="adj" fmla="val 67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130552"/>
            <a:ext cx="16824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768096" y="2368296"/>
            <a:ext cx="1682496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selectedTrack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621792" y="3054096"/>
            <a:ext cx="1975104" cy="676656"/>
          </a:xfrm>
          <a:prstGeom prst="roundRect">
            <a:avLst>
              <a:gd name="adj" fmla="val 6757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172968"/>
            <a:ext cx="16824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Context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768096" y="3410712"/>
            <a:ext cx="1682496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displayMode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6547104" y="969264"/>
            <a:ext cx="1975104" cy="676656"/>
          </a:xfrm>
          <a:prstGeom prst="roundRect">
            <a:avLst>
              <a:gd name="adj" fmla="val 67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3408" y="1088136"/>
            <a:ext cx="16824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Redux planner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693408" y="1325880"/>
            <a:ext cx="1682496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savedSessionIds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6547104" y="2011680"/>
            <a:ext cx="1975104" cy="676656"/>
          </a:xfrm>
          <a:prstGeom prst="roundRect">
            <a:avLst>
              <a:gd name="adj" fmla="val 6757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2130552"/>
            <a:ext cx="16824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Redux sessions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6693408" y="2368296"/>
            <a:ext cx="1682496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items, status, error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6547104" y="3054096"/>
            <a:ext cx="1975104" cy="676656"/>
          </a:xfrm>
          <a:prstGeom prst="roundRect">
            <a:avLst>
              <a:gd name="adj" fmla="val 6757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3172968"/>
            <a:ext cx="16824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RTK Query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6693408" y="3410712"/>
            <a:ext cx="1682496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conferenceApi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2633472" y="1307592"/>
            <a:ext cx="713232" cy="841248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633472" y="2350008"/>
            <a:ext cx="713232" cy="45720"/>
          </a:xfrm>
          <a:prstGeom prst="line">
            <a:avLst/>
          </a:prstGeom>
          <a:noFill/>
          <a:ln w="1778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633472" y="3392424"/>
            <a:ext cx="713232" cy="-740664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510528" y="1307592"/>
            <a:ext cx="-713232" cy="841248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510528" y="2350008"/>
            <a:ext cx="-713232" cy="45720"/>
          </a:xfrm>
          <a:prstGeom prst="line">
            <a:avLst/>
          </a:prstGeom>
          <a:noFill/>
          <a:ln w="1778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510528" y="3392424"/>
            <a:ext cx="-713232" cy="-740664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97280" y="4096512"/>
            <a:ext cx="6931152" cy="402336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4215384"/>
            <a:ext cx="656539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Feedback keeps its earlier page/server-state behavior. Learning a new tool does not force every feature to migrate.</a:t>
            </a:r>
            <a:endParaRPr lang="en-US" sz="76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Cool-down 1: Trace a failed request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52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76656" y="914400"/>
            <a:ext cx="2743200" cy="109728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097280"/>
            <a:ext cx="234086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 Hub runs: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969264" y="1517904"/>
            <a:ext cx="21579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store.dispatch(fetchSessions());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77824" y="1792224"/>
            <a:ext cx="234086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request fails.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3794760" y="932688"/>
            <a:ext cx="41330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Which action occurs when the request starts?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94760" y="1389888"/>
            <a:ext cx="41330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What does status contain while the request is running?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94760" y="1847088"/>
            <a:ext cx="41330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Which action represents the failed request?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94760" y="2304288"/>
            <a:ext cx="41330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What does status contain after failure?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2761488"/>
            <a:ext cx="41330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What should the Sessions page make available?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3456432"/>
            <a:ext cx="738835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611880"/>
            <a:ext cx="7498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01952" y="3593592"/>
            <a:ext cx="2331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fetchSessions.pending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"pending"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fetchSessions.rejected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4718304" y="3593592"/>
            <a:ext cx="29260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"rejected"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 Failure message and Retry</a:t>
            </a:r>
            <a:endParaRPr lang="en-US" sz="78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Cool-down 2: Choose the state approach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53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304288" cy="932688"/>
          </a:xfrm>
          <a:prstGeom prst="roundRect">
            <a:avLst>
              <a:gd name="adj" fmla="val 490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024128"/>
            <a:ext cx="2560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1097280" y="1024128"/>
            <a:ext cx="16642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isHelpOpen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1097280" y="1335024"/>
            <a:ext cx="16642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Help needs it.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3346704" y="914400"/>
            <a:ext cx="2304288" cy="932688"/>
          </a:xfrm>
          <a:prstGeom prst="roundRect">
            <a:avLst>
              <a:gd name="adj" fmla="val 490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024128"/>
            <a:ext cx="2560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3785616" y="1024128"/>
            <a:ext cx="16642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selectedTrack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3785616" y="1335024"/>
            <a:ext cx="16642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address preserves it.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304288" cy="932688"/>
          </a:xfrm>
          <a:prstGeom prst="roundRect">
            <a:avLst>
              <a:gd name="adj" fmla="val 490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3056" y="1024128"/>
            <a:ext cx="2560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6473952" y="1024128"/>
            <a:ext cx="16642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displayMode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473952" y="1335024"/>
            <a:ext cx="16642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Distant UI shares it.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658368" y="2148840"/>
            <a:ext cx="2304288" cy="932688"/>
          </a:xfrm>
          <a:prstGeom prst="roundRect">
            <a:avLst>
              <a:gd name="adj" fmla="val 4902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2258568"/>
            <a:ext cx="2560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1097280" y="2258568"/>
            <a:ext cx="16642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savedSessionIds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097280" y="2569464"/>
            <a:ext cx="16642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Header, Sessions and Planner use it.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3346704" y="2148840"/>
            <a:ext cx="2304288" cy="932688"/>
          </a:xfrm>
          <a:prstGeom prst="roundRect">
            <a:avLst>
              <a:gd name="adj" fmla="val 4902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258568"/>
            <a:ext cx="2560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3785616" y="2258568"/>
            <a:ext cx="16642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catalogue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785616" y="2569464"/>
            <a:ext cx="16642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request lifecycle state.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035040" y="2148840"/>
            <a:ext cx="2304288" cy="932688"/>
          </a:xfrm>
          <a:prstGeom prst="roundRect">
            <a:avLst>
              <a:gd name="adj" fmla="val 4902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2258568"/>
            <a:ext cx="2560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6473952" y="2258568"/>
            <a:ext cx="16642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data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6473952" y="2569464"/>
            <a:ext cx="16642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 API query.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749808" y="3401568"/>
            <a:ext cx="7452360" cy="493776"/>
          </a:xfrm>
          <a:prstGeom prst="roundRect">
            <a:avLst>
              <a:gd name="adj" fmla="val 9259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566160"/>
            <a:ext cx="711403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from: Local React state   URL   React Context   Redux planner slice   Redux sessions slice   RTK Query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749808" y="4114800"/>
            <a:ext cx="74523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251960"/>
            <a:ext cx="711403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Reveal:  A Local React state   B URL   C React Context   D Redux planner   E Redux sessions   F RTK Query</a:t>
            </a:r>
            <a:endParaRPr lang="en-US" sz="74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Homework: Resource Directory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54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58368" y="804672"/>
            <a:ext cx="758952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969264"/>
            <a:ext cx="71871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Starter: Resource model, GET /api/resources, page shell, configured store and typed hooks, resource list component and local API.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658368" y="1609344"/>
            <a:ext cx="3657600" cy="1298448"/>
          </a:xfrm>
          <a:prstGeom prst="roundRect">
            <a:avLst>
              <a:gd name="adj" fmla="val 35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728216"/>
            <a:ext cx="33649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04672" y="2048256"/>
            <a:ext cx="336499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ResourcesState: items, status, error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fetchResources with createAsyncThunk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pending, fulfilled and rejected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register resources reducer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start request and read Redux state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render loading, data, failure and Retry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4572000" y="1609344"/>
            <a:ext cx="3657600" cy="1298448"/>
          </a:xfrm>
          <a:prstGeom prst="roundRect">
            <a:avLst>
              <a:gd name="adj" fmla="val 3521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8304" y="1728216"/>
            <a:ext cx="33649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4718304" y="2048256"/>
            <a:ext cx="336499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appears while pending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 resources appear after success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empty result is not failure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displays an error state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starts fetchResources() again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 component request state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658368" y="3218688"/>
            <a:ext cx="3657600" cy="1097280"/>
          </a:xfrm>
          <a:prstGeom prst="roundRect">
            <a:avLst>
              <a:gd name="adj" fmla="val 4167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337560"/>
            <a:ext cx="33649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804672" y="3675888"/>
            <a:ext cx="336499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slice use extraReducers?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status let the UI decide?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 Retry use the same thunk?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572000" y="3218688"/>
            <a:ext cx="3657600" cy="109728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3337560"/>
            <a:ext cx="336499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4718304" y="3675888"/>
            <a:ext cx="336499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explicit createAsyncThunk pattern.</a:t>
            </a:r>
            <a:endParaRPr lang="en-US" sz="820" dirty="0"/>
          </a:p>
          <a:p>
            <a:pPr algn="l" indent="0" marL="0">
              <a:buNone/>
            </a:pP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RTK Query is not required.</a:t>
            </a:r>
            <a:endParaRPr lang="en-US" sz="82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28600" y="491032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batch • Slide 55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GUVI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29 Async logic with Redux Toolkit - Slides 1-15</dc:title>
  <dc:subject>Lecture 29 Batch 1</dc:subject>
  <dc:creator>OpenAI</dc:creator>
  <cp:lastModifiedBy>OpenAI</cp:lastModifiedBy>
  <cp:revision>1</cp:revision>
  <dcterms:created xsi:type="dcterms:W3CDTF">2026-09-26T00:25:16Z</dcterms:created>
  <dcterms:modified xsi:type="dcterms:W3CDTF">2026-09-26T00:25:16Z</dcterms:modified>
</cp:coreProperties>
</file>