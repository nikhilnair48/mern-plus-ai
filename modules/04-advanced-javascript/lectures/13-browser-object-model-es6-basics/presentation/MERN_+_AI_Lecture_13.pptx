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712d266d74997" /><Relationship Type="http://schemas.openxmlformats.org/officeDocument/2006/relationships/extended-properties" Target="/docProps/app.xml" Id="R56db7975f3d84b93" /><Relationship Type="http://schemas.openxmlformats.org/officeDocument/2006/relationships/officeDocument" Target="/ppt/presentation.xml" Id="Redaaa3c8e4eb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c4750015a483e"/>
    <p:sldMasterId xmlns:r="http://schemas.openxmlformats.org/officeDocument/2006/relationships" id="2147483660" r:id="R1184beadb75d4394"/>
  </p:sldMasterIdLst>
  <p:notesMasterIdLst>
    <p:notesMasterId xmlns:r="http://schemas.openxmlformats.org/officeDocument/2006/relationships" r:id="R6f13b4d926d84712"/>
  </p:notesMasterIdLst>
  <p:sldIdLst>
    <p:sldId xmlns:r="http://schemas.openxmlformats.org/officeDocument/2006/relationships" id="256" r:id="R2f91bda021814c92"/>
    <p:sldId xmlns:r="http://schemas.openxmlformats.org/officeDocument/2006/relationships" id="257" r:id="Rd07ceb9624be46a9"/>
    <p:sldId xmlns:r="http://schemas.openxmlformats.org/officeDocument/2006/relationships" id="258" r:id="Rb0a9b62bca6a49c9"/>
    <p:sldId xmlns:r="http://schemas.openxmlformats.org/officeDocument/2006/relationships" id="259" r:id="R6cc224816d6c44f5"/>
    <p:sldId xmlns:r="http://schemas.openxmlformats.org/officeDocument/2006/relationships" id="260" r:id="R4cab758c39224032"/>
    <p:sldId xmlns:r="http://schemas.openxmlformats.org/officeDocument/2006/relationships" id="261" r:id="Rcb5ddc257abe4abd"/>
    <p:sldId xmlns:r="http://schemas.openxmlformats.org/officeDocument/2006/relationships" id="262" r:id="R737faa937f454b1c"/>
    <p:sldId xmlns:r="http://schemas.openxmlformats.org/officeDocument/2006/relationships" id="263" r:id="Rb2529711ad494aa3"/>
    <p:sldId xmlns:r="http://schemas.openxmlformats.org/officeDocument/2006/relationships" id="264" r:id="R545d34cee9c0460c"/>
    <p:sldId xmlns:r="http://schemas.openxmlformats.org/officeDocument/2006/relationships" id="265" r:id="R1dcf1e2db80c4620"/>
    <p:sldId xmlns:r="http://schemas.openxmlformats.org/officeDocument/2006/relationships" id="266" r:id="R06b24ebbf531415b"/>
    <p:sldId xmlns:r="http://schemas.openxmlformats.org/officeDocument/2006/relationships" id="267" r:id="R4c17c7da7d6c439d"/>
    <p:sldId xmlns:r="http://schemas.openxmlformats.org/officeDocument/2006/relationships" id="268" r:id="Rc36b51560f354d34"/>
    <p:sldId xmlns:r="http://schemas.openxmlformats.org/officeDocument/2006/relationships" id="269" r:id="Rbbbca9555dbc4cea"/>
    <p:sldId xmlns:r="http://schemas.openxmlformats.org/officeDocument/2006/relationships" id="270" r:id="Ra33b08c3a3e843c7"/>
    <p:sldId xmlns:r="http://schemas.openxmlformats.org/officeDocument/2006/relationships" id="271" r:id="R325cc4da4a374c7e"/>
    <p:sldId xmlns:r="http://schemas.openxmlformats.org/officeDocument/2006/relationships" id="272" r:id="R8097a4228b284570"/>
    <p:sldId xmlns:r="http://schemas.openxmlformats.org/officeDocument/2006/relationships" id="273" r:id="R50481fb7a0d4423c"/>
    <p:sldId xmlns:r="http://schemas.openxmlformats.org/officeDocument/2006/relationships" id="274" r:id="R9cfb57cf096d4bbd"/>
    <p:sldId xmlns:r="http://schemas.openxmlformats.org/officeDocument/2006/relationships" id="275" r:id="Rdea8b6da29924203"/>
    <p:sldId xmlns:r="http://schemas.openxmlformats.org/officeDocument/2006/relationships" id="276" r:id="R3114473ce5c949b7"/>
    <p:sldId xmlns:r="http://schemas.openxmlformats.org/officeDocument/2006/relationships" id="277" r:id="R0134e1ba44284cef"/>
    <p:sldId xmlns:r="http://schemas.openxmlformats.org/officeDocument/2006/relationships" id="278" r:id="R19c35b4173d84d4a"/>
    <p:sldId xmlns:r="http://schemas.openxmlformats.org/officeDocument/2006/relationships" id="279" r:id="R0790f7e10a9248ed"/>
    <p:sldId xmlns:r="http://schemas.openxmlformats.org/officeDocument/2006/relationships" id="280" r:id="R6ceda09255d34d99"/>
    <p:sldId xmlns:r="http://schemas.openxmlformats.org/officeDocument/2006/relationships" id="281" r:id="Rba1486ca4d014a0d"/>
    <p:sldId xmlns:r="http://schemas.openxmlformats.org/officeDocument/2006/relationships" id="282" r:id="Ra06f9ae84e984635"/>
    <p:sldId xmlns:r="http://schemas.openxmlformats.org/officeDocument/2006/relationships" id="283" r:id="R735b233590b74651"/>
    <p:sldId xmlns:r="http://schemas.openxmlformats.org/officeDocument/2006/relationships" id="284" r:id="Raaeab4be67a44e6c"/>
    <p:sldId xmlns:r="http://schemas.openxmlformats.org/officeDocument/2006/relationships" id="285" r:id="R61a3ff8353eb4aaf"/>
    <p:sldId xmlns:r="http://schemas.openxmlformats.org/officeDocument/2006/relationships" id="286" r:id="R79952c973a5a4536"/>
    <p:sldId xmlns:r="http://schemas.openxmlformats.org/officeDocument/2006/relationships" id="287" r:id="R18f48a5358b04cac"/>
    <p:sldId xmlns:r="http://schemas.openxmlformats.org/officeDocument/2006/relationships" id="288" r:id="R802992c670c84dc5"/>
    <p:sldId xmlns:r="http://schemas.openxmlformats.org/officeDocument/2006/relationships" id="289" r:id="R9891a6d3115c4cf4"/>
    <p:sldId xmlns:r="http://schemas.openxmlformats.org/officeDocument/2006/relationships" id="290" r:id="Rfeb62b072e1c4ed0"/>
    <p:sldId xmlns:r="http://schemas.openxmlformats.org/officeDocument/2006/relationships" id="291" r:id="Rf378cbb17a2a4621"/>
    <p:sldId xmlns:r="http://schemas.openxmlformats.org/officeDocument/2006/relationships" id="292" r:id="Ra884b07b2f854422"/>
    <p:sldId xmlns:r="http://schemas.openxmlformats.org/officeDocument/2006/relationships" id="293" r:id="R8e293fa858b14d96"/>
    <p:sldId xmlns:r="http://schemas.openxmlformats.org/officeDocument/2006/relationships" id="294" r:id="R9bac9787758841f2"/>
    <p:sldId xmlns:r="http://schemas.openxmlformats.org/officeDocument/2006/relationships" id="295" r:id="Rf1fc41c9555b44de"/>
    <p:sldId xmlns:r="http://schemas.openxmlformats.org/officeDocument/2006/relationships" id="296" r:id="R70079851514c403c"/>
    <p:sldId xmlns:r="http://schemas.openxmlformats.org/officeDocument/2006/relationships" id="297" r:id="Raa181d0c4f044014"/>
    <p:sldId xmlns:r="http://schemas.openxmlformats.org/officeDocument/2006/relationships" id="298" r:id="Rf19b505382f840c3"/>
    <p:sldId xmlns:r="http://schemas.openxmlformats.org/officeDocument/2006/relationships" id="299" r:id="R495233531b5144d5"/>
    <p:sldId xmlns:r="http://schemas.openxmlformats.org/officeDocument/2006/relationships" id="300" r:id="Rc3f04ceb9caa407f"/>
    <p:sldId xmlns:r="http://schemas.openxmlformats.org/officeDocument/2006/relationships" id="301" r:id="R85ab73c4045c4605"/>
    <p:sldId xmlns:r="http://schemas.openxmlformats.org/officeDocument/2006/relationships" id="302" r:id="R9608db7b718a4754"/>
    <p:sldId xmlns:r="http://schemas.openxmlformats.org/officeDocument/2006/relationships" id="303" r:id="Rb337eb90ba24496a"/>
    <p:sldId xmlns:r="http://schemas.openxmlformats.org/officeDocument/2006/relationships" id="304" r:id="R5d98504e7c9649d6"/>
    <p:sldId xmlns:r="http://schemas.openxmlformats.org/officeDocument/2006/relationships" id="305" r:id="Rd6cf67b4efc64e8c"/>
    <p:sldId xmlns:r="http://schemas.openxmlformats.org/officeDocument/2006/relationships" id="306" r:id="Rbbed657b34674b5a"/>
    <p:sldId xmlns:r="http://schemas.openxmlformats.org/officeDocument/2006/relationships" id="307" r:id="R128d0e6e5ae64703"/>
    <p:sldId xmlns:r="http://schemas.openxmlformats.org/officeDocument/2006/relationships" id="308" r:id="Rd7a8242e35e04bcf"/>
    <p:sldId xmlns:r="http://schemas.openxmlformats.org/officeDocument/2006/relationships" id="309" r:id="Rdf76893f38214c85"/>
    <p:sldId xmlns:r="http://schemas.openxmlformats.org/officeDocument/2006/relationships" id="310" r:id="Rba30c41b45114db2"/>
    <p:sldId xmlns:r="http://schemas.openxmlformats.org/officeDocument/2006/relationships" id="311" r:id="Rb420417e37ad482a"/>
    <p:sldId xmlns:r="http://schemas.openxmlformats.org/officeDocument/2006/relationships" id="312" r:id="R29072b9c19f54a08"/>
    <p:sldId xmlns:r="http://schemas.openxmlformats.org/officeDocument/2006/relationships" id="313" r:id="R98d31ea474eb4838"/>
    <p:sldId xmlns:r="http://schemas.openxmlformats.org/officeDocument/2006/relationships" id="314" r:id="R992a2403a9774b53"/>
    <p:sldId xmlns:r="http://schemas.openxmlformats.org/officeDocument/2006/relationships" id="315" r:id="R97a97c3a5e964ca8"/>
    <p:sldId xmlns:r="http://schemas.openxmlformats.org/officeDocument/2006/relationships" id="316" r:id="R58148a2577d2453b"/>
    <p:sldId xmlns:r="http://schemas.openxmlformats.org/officeDocument/2006/relationships" id="317" r:id="R9515e0307f6540c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6f660ba2d64e97" /><Relationship Type="http://schemas.openxmlformats.org/officeDocument/2006/relationships/slideMaster" Target="/ppt/slideMasters/slideMaster1.xml" Id="Ra32c4750015a483e" /><Relationship Type="http://schemas.openxmlformats.org/officeDocument/2006/relationships/slideMaster" Target="/ppt/slideMasters/slideMaster2.xml" Id="R1184beadb75d4394" /><Relationship Type="http://schemas.openxmlformats.org/officeDocument/2006/relationships/notesMaster" Target="/ppt/notesMasters/notesMaster1.xml" Id="R6f13b4d926d84712" /><Relationship Type="http://schemas.openxmlformats.org/officeDocument/2006/relationships/presProps" Target="/ppt/presProps.xml" Id="Ra96a7e80e2a5447a" /><Relationship Type="http://schemas.openxmlformats.org/officeDocument/2006/relationships/viewProps" Target="/ppt/viewProps.xml" Id="R8d8f0417c4654dce" /><Relationship Type="http://schemas.openxmlformats.org/officeDocument/2006/relationships/tableStyles" Target="/ppt/tableStyles.xml" Id="R2ab7eeef509240c6" /><Relationship Type="http://schemas.openxmlformats.org/officeDocument/2006/relationships/slide" Target="/ppt/slides/slide1.xml" Id="R2f91bda021814c92" /><Relationship Type="http://schemas.openxmlformats.org/officeDocument/2006/relationships/slide" Target="/ppt/slides/slide2.xml" Id="Rd07ceb9624be46a9" /><Relationship Type="http://schemas.openxmlformats.org/officeDocument/2006/relationships/slide" Target="/ppt/slides/slide3.xml" Id="Rb0a9b62bca6a49c9" /><Relationship Type="http://schemas.openxmlformats.org/officeDocument/2006/relationships/slide" Target="/ppt/slides/slide4.xml" Id="R6cc224816d6c44f5" /><Relationship Type="http://schemas.openxmlformats.org/officeDocument/2006/relationships/slide" Target="/ppt/slides/slide5.xml" Id="R4cab758c39224032" /><Relationship Type="http://schemas.openxmlformats.org/officeDocument/2006/relationships/slide" Target="/ppt/slides/slide6.xml" Id="Rcb5ddc257abe4abd" /><Relationship Type="http://schemas.openxmlformats.org/officeDocument/2006/relationships/slide" Target="/ppt/slides/slide7.xml" Id="R737faa937f454b1c" /><Relationship Type="http://schemas.openxmlformats.org/officeDocument/2006/relationships/slide" Target="/ppt/slides/slide8.xml" Id="Rb2529711ad494aa3" /><Relationship Type="http://schemas.openxmlformats.org/officeDocument/2006/relationships/slide" Target="/ppt/slides/slide9.xml" Id="R545d34cee9c0460c" /><Relationship Type="http://schemas.openxmlformats.org/officeDocument/2006/relationships/slide" Target="/ppt/slides/slide10.xml" Id="R1dcf1e2db80c4620" /><Relationship Type="http://schemas.openxmlformats.org/officeDocument/2006/relationships/slide" Target="/ppt/slides/slide11.xml" Id="R06b24ebbf531415b" /><Relationship Type="http://schemas.openxmlformats.org/officeDocument/2006/relationships/slide" Target="/ppt/slides/slide12.xml" Id="R4c17c7da7d6c439d" /><Relationship Type="http://schemas.openxmlformats.org/officeDocument/2006/relationships/slide" Target="/ppt/slides/slide13.xml" Id="Rc36b51560f354d34" /><Relationship Type="http://schemas.openxmlformats.org/officeDocument/2006/relationships/slide" Target="/ppt/slides/slide14.xml" Id="Rbbbca9555dbc4cea" /><Relationship Type="http://schemas.openxmlformats.org/officeDocument/2006/relationships/slide" Target="/ppt/slides/slide15.xml" Id="Ra33b08c3a3e843c7" /><Relationship Type="http://schemas.openxmlformats.org/officeDocument/2006/relationships/slide" Target="/ppt/slides/slide16.xml" Id="R325cc4da4a374c7e" /><Relationship Type="http://schemas.openxmlformats.org/officeDocument/2006/relationships/slide" Target="/ppt/slides/slide17.xml" Id="R8097a4228b284570" /><Relationship Type="http://schemas.openxmlformats.org/officeDocument/2006/relationships/slide" Target="/ppt/slides/slide18.xml" Id="R50481fb7a0d4423c" /><Relationship Type="http://schemas.openxmlformats.org/officeDocument/2006/relationships/slide" Target="/ppt/slides/slide19.xml" Id="R9cfb57cf096d4bbd" /><Relationship Type="http://schemas.openxmlformats.org/officeDocument/2006/relationships/slide" Target="/ppt/slides/slide20.xml" Id="Rdea8b6da29924203" /><Relationship Type="http://schemas.openxmlformats.org/officeDocument/2006/relationships/slide" Target="/ppt/slides/slide21.xml" Id="R3114473ce5c949b7" /><Relationship Type="http://schemas.openxmlformats.org/officeDocument/2006/relationships/slide" Target="/ppt/slides/slide22.xml" Id="R0134e1ba44284cef" /><Relationship Type="http://schemas.openxmlformats.org/officeDocument/2006/relationships/slide" Target="/ppt/slides/slide23.xml" Id="R19c35b4173d84d4a" /><Relationship Type="http://schemas.openxmlformats.org/officeDocument/2006/relationships/slide" Target="/ppt/slides/slide24.xml" Id="R0790f7e10a9248ed" /><Relationship Type="http://schemas.openxmlformats.org/officeDocument/2006/relationships/slide" Target="/ppt/slides/slide25.xml" Id="R6ceda09255d34d99" /><Relationship Type="http://schemas.openxmlformats.org/officeDocument/2006/relationships/slide" Target="/ppt/slides/slide26.xml" Id="Rba1486ca4d014a0d" /><Relationship Type="http://schemas.openxmlformats.org/officeDocument/2006/relationships/slide" Target="/ppt/slides/slide27.xml" Id="Ra06f9ae84e984635" /><Relationship Type="http://schemas.openxmlformats.org/officeDocument/2006/relationships/slide" Target="/ppt/slides/slide28.xml" Id="R735b233590b74651" /><Relationship Type="http://schemas.openxmlformats.org/officeDocument/2006/relationships/slide" Target="/ppt/slides/slide29.xml" Id="Raaeab4be67a44e6c" /><Relationship Type="http://schemas.openxmlformats.org/officeDocument/2006/relationships/slide" Target="/ppt/slides/slide30.xml" Id="R61a3ff8353eb4aaf" /><Relationship Type="http://schemas.openxmlformats.org/officeDocument/2006/relationships/slide" Target="/ppt/slides/slide31.xml" Id="R79952c973a5a4536" /><Relationship Type="http://schemas.openxmlformats.org/officeDocument/2006/relationships/slide" Target="/ppt/slides/slide32.xml" Id="R18f48a5358b04cac" /><Relationship Type="http://schemas.openxmlformats.org/officeDocument/2006/relationships/slide" Target="/ppt/slides/slide33.xml" Id="R802992c670c84dc5" /><Relationship Type="http://schemas.openxmlformats.org/officeDocument/2006/relationships/slide" Target="/ppt/slides/slide34.xml" Id="R9891a6d3115c4cf4" /><Relationship Type="http://schemas.openxmlformats.org/officeDocument/2006/relationships/slide" Target="/ppt/slides/slide35.xml" Id="Rfeb62b072e1c4ed0" /><Relationship Type="http://schemas.openxmlformats.org/officeDocument/2006/relationships/slide" Target="/ppt/slides/slide36.xml" Id="Rf378cbb17a2a4621" /><Relationship Type="http://schemas.openxmlformats.org/officeDocument/2006/relationships/slide" Target="/ppt/slides/slide37.xml" Id="Ra884b07b2f854422" /><Relationship Type="http://schemas.openxmlformats.org/officeDocument/2006/relationships/slide" Target="/ppt/slides/slide38.xml" Id="R8e293fa858b14d96" /><Relationship Type="http://schemas.openxmlformats.org/officeDocument/2006/relationships/slide" Target="/ppt/slides/slide39.xml" Id="R9bac9787758841f2" /><Relationship Type="http://schemas.openxmlformats.org/officeDocument/2006/relationships/slide" Target="/ppt/slides/slide40.xml" Id="Rf1fc41c9555b44de" /><Relationship Type="http://schemas.openxmlformats.org/officeDocument/2006/relationships/slide" Target="/ppt/slides/slide41.xml" Id="R70079851514c403c" /><Relationship Type="http://schemas.openxmlformats.org/officeDocument/2006/relationships/slide" Target="/ppt/slides/slide42.xml" Id="Raa181d0c4f044014" /><Relationship Type="http://schemas.openxmlformats.org/officeDocument/2006/relationships/slide" Target="/ppt/slides/slide43.xml" Id="Rf19b505382f840c3" /><Relationship Type="http://schemas.openxmlformats.org/officeDocument/2006/relationships/slide" Target="/ppt/slides/slide44.xml" Id="R495233531b5144d5" /><Relationship Type="http://schemas.openxmlformats.org/officeDocument/2006/relationships/slide" Target="/ppt/slides/slide45.xml" Id="Rc3f04ceb9caa407f" /><Relationship Type="http://schemas.openxmlformats.org/officeDocument/2006/relationships/slide" Target="/ppt/slides/slide46.xml" Id="R85ab73c4045c4605" /><Relationship Type="http://schemas.openxmlformats.org/officeDocument/2006/relationships/slide" Target="/ppt/slides/slide47.xml" Id="R9608db7b718a4754" /><Relationship Type="http://schemas.openxmlformats.org/officeDocument/2006/relationships/slide" Target="/ppt/slides/slide48.xml" Id="Rb337eb90ba24496a" /><Relationship Type="http://schemas.openxmlformats.org/officeDocument/2006/relationships/slide" Target="/ppt/slides/slide49.xml" Id="R5d98504e7c9649d6" /><Relationship Type="http://schemas.openxmlformats.org/officeDocument/2006/relationships/slide" Target="/ppt/slides/slide50.xml" Id="Rd6cf67b4efc64e8c" /><Relationship Type="http://schemas.openxmlformats.org/officeDocument/2006/relationships/slide" Target="/ppt/slides/slide51.xml" Id="Rbbed657b34674b5a" /><Relationship Type="http://schemas.openxmlformats.org/officeDocument/2006/relationships/slide" Target="/ppt/slides/slide52.xml" Id="R128d0e6e5ae64703" /><Relationship Type="http://schemas.openxmlformats.org/officeDocument/2006/relationships/slide" Target="/ppt/slides/slide53.xml" Id="Rd7a8242e35e04bcf" /><Relationship Type="http://schemas.openxmlformats.org/officeDocument/2006/relationships/slide" Target="/ppt/slides/slide54.xml" Id="Rdf76893f38214c85" /><Relationship Type="http://schemas.openxmlformats.org/officeDocument/2006/relationships/slide" Target="/ppt/slides/slide55.xml" Id="Rba30c41b45114db2" /><Relationship Type="http://schemas.openxmlformats.org/officeDocument/2006/relationships/slide" Target="/ppt/slides/slide56.xml" Id="Rb420417e37ad482a" /><Relationship Type="http://schemas.openxmlformats.org/officeDocument/2006/relationships/slide" Target="/ppt/slides/slide57.xml" Id="R29072b9c19f54a08" /><Relationship Type="http://schemas.openxmlformats.org/officeDocument/2006/relationships/slide" Target="/ppt/slides/slide58.xml" Id="R98d31ea474eb4838" /><Relationship Type="http://schemas.openxmlformats.org/officeDocument/2006/relationships/slide" Target="/ppt/slides/slide59.xml" Id="R992a2403a9774b53" /><Relationship Type="http://schemas.openxmlformats.org/officeDocument/2006/relationships/slide" Target="/ppt/slides/slide60.xml" Id="R97a97c3a5e964ca8" /><Relationship Type="http://schemas.openxmlformats.org/officeDocument/2006/relationships/slide" Target="/ppt/slides/slide61.xml" Id="R58148a2577d2453b" /><Relationship Type="http://schemas.openxmlformats.org/officeDocument/2006/relationships/slide" Target="/ppt/slides/slide62.xml" Id="R9515e0307f6540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dc5ce36a95942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794a4cdcd4a81" /><Relationship Type="http://schemas.openxmlformats.org/officeDocument/2006/relationships/notesMaster" Target="/ppt/notesMasters/notesMaster1.xml" Id="R64fdaf6b2a6c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559d9331394e38" /><Relationship Type="http://schemas.openxmlformats.org/officeDocument/2006/relationships/notesMaster" Target="/ppt/notesMasters/notesMaster1.xml" Id="R4724d909ecd2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79cc2477de4b49" /><Relationship Type="http://schemas.openxmlformats.org/officeDocument/2006/relationships/notesMaster" Target="/ppt/notesMasters/notesMaster1.xml" Id="R7f158a2891314e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2b0c93bd72499f" /><Relationship Type="http://schemas.openxmlformats.org/officeDocument/2006/relationships/notesMaster" Target="/ppt/notesMasters/notesMaster1.xml" Id="R66b3e65824fe45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fede4c84bd4844" /><Relationship Type="http://schemas.openxmlformats.org/officeDocument/2006/relationships/notesMaster" Target="/ppt/notesMasters/notesMaster1.xml" Id="Rbcd9e45931e74b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6543e8e9eb4b75" /><Relationship Type="http://schemas.openxmlformats.org/officeDocument/2006/relationships/notesMaster" Target="/ppt/notesMasters/notesMaster1.xml" Id="Re7c7c38bc8e6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d2666d9ac04eb5" /><Relationship Type="http://schemas.openxmlformats.org/officeDocument/2006/relationships/notesMaster" Target="/ppt/notesMasters/notesMaster1.xml" Id="Rbd7f67148c9340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ebc73af20248b4" /><Relationship Type="http://schemas.openxmlformats.org/officeDocument/2006/relationships/notesMaster" Target="/ppt/notesMasters/notesMaster1.xml" Id="R76f3b34fa62940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f0ecd832714895" /><Relationship Type="http://schemas.openxmlformats.org/officeDocument/2006/relationships/notesMaster" Target="/ppt/notesMasters/notesMaster1.xml" Id="R3f0c55cc5d9441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15db11372a44c6" /><Relationship Type="http://schemas.openxmlformats.org/officeDocument/2006/relationships/notesMaster" Target="/ppt/notesMasters/notesMaster1.xml" Id="Rd62a811abb6c47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74f1ee77284ec7" /><Relationship Type="http://schemas.openxmlformats.org/officeDocument/2006/relationships/notesMaster" Target="/ppt/notesMasters/notesMaster1.xml" Id="R447a5ddfe7d540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093e6d8f784199" /><Relationship Type="http://schemas.openxmlformats.org/officeDocument/2006/relationships/notesMaster" Target="/ppt/notesMasters/notesMaster1.xml" Id="Rf79a241260e949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819652ec4d401b" /><Relationship Type="http://schemas.openxmlformats.org/officeDocument/2006/relationships/notesMaster" Target="/ppt/notesMasters/notesMaster1.xml" Id="R98c9dc5f4d8e47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58182fcd6a492d" /><Relationship Type="http://schemas.openxmlformats.org/officeDocument/2006/relationships/notesMaster" Target="/ppt/notesMasters/notesMaster1.xml" Id="Rb98526b5702b40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5fb1f60b444701" /><Relationship Type="http://schemas.openxmlformats.org/officeDocument/2006/relationships/notesMaster" Target="/ppt/notesMasters/notesMaster1.xml" Id="R2c15b74471194f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b8a2baa7dd47a4" /><Relationship Type="http://schemas.openxmlformats.org/officeDocument/2006/relationships/notesMaster" Target="/ppt/notesMasters/notesMaster1.xml" Id="R49818d351c5245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3e24a282e14cb9" /><Relationship Type="http://schemas.openxmlformats.org/officeDocument/2006/relationships/notesMaster" Target="/ppt/notesMasters/notesMaster1.xml" Id="Rb7038f9f99c344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c88dfa63ad4e19" /><Relationship Type="http://schemas.openxmlformats.org/officeDocument/2006/relationships/notesMaster" Target="/ppt/notesMasters/notesMaster1.xml" Id="R1e408e0f100d44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a7e244ae6f43bb" /><Relationship Type="http://schemas.openxmlformats.org/officeDocument/2006/relationships/notesMaster" Target="/ppt/notesMasters/notesMaster1.xml" Id="Rb976e391f469435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a15c23ab9e41d8" /><Relationship Type="http://schemas.openxmlformats.org/officeDocument/2006/relationships/notesMaster" Target="/ppt/notesMasters/notesMaster1.xml" Id="R03bd0313f6f647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e38370d1554bee" /><Relationship Type="http://schemas.openxmlformats.org/officeDocument/2006/relationships/notesMaster" Target="/ppt/notesMasters/notesMaster1.xml" Id="R82fb5f4a14d643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d155b9f3fd44a2e" /><Relationship Type="http://schemas.openxmlformats.org/officeDocument/2006/relationships/notesMaster" Target="/ppt/notesMasters/notesMaster1.xml" Id="Rea5b1a5c0ace44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1a36bc4ba84429" /><Relationship Type="http://schemas.openxmlformats.org/officeDocument/2006/relationships/notesMaster" Target="/ppt/notesMasters/notesMaster1.xml" Id="R3ae299070b4b411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4feb4e65df04357" /><Relationship Type="http://schemas.openxmlformats.org/officeDocument/2006/relationships/notesMaster" Target="/ppt/notesMasters/notesMaster1.xml" Id="R4d369b7f670448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8669de3a2fe4b15" /><Relationship Type="http://schemas.openxmlformats.org/officeDocument/2006/relationships/notesMaster" Target="/ppt/notesMasters/notesMaster1.xml" Id="Ree2f6160dd544f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ebe897ba63344f3" /><Relationship Type="http://schemas.openxmlformats.org/officeDocument/2006/relationships/notesMaster" Target="/ppt/notesMasters/notesMaster1.xml" Id="R5360a589ef3647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13a1ae91b14807" /><Relationship Type="http://schemas.openxmlformats.org/officeDocument/2006/relationships/notesMaster" Target="/ppt/notesMasters/notesMaster1.xml" Id="Rf9c36c6f2bc2453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ee67ce825043d8" /><Relationship Type="http://schemas.openxmlformats.org/officeDocument/2006/relationships/notesMaster" Target="/ppt/notesMasters/notesMaster1.xml" Id="Ra67a58e98e4748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b905f372384573" /><Relationship Type="http://schemas.openxmlformats.org/officeDocument/2006/relationships/notesMaster" Target="/ppt/notesMasters/notesMaster1.xml" Id="R87d14d6cbbe349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0544f2a41347c4" /><Relationship Type="http://schemas.openxmlformats.org/officeDocument/2006/relationships/notesMaster" Target="/ppt/notesMasters/notesMaster1.xml" Id="R5aa25b3ce7d446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bda909301084f7c" /><Relationship Type="http://schemas.openxmlformats.org/officeDocument/2006/relationships/notesMaster" Target="/ppt/notesMasters/notesMaster1.xml" Id="Rc4883bb49cd742c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c2a7c35a4694858" /><Relationship Type="http://schemas.openxmlformats.org/officeDocument/2006/relationships/notesMaster" Target="/ppt/notesMasters/notesMaster1.xml" Id="R606c7e9e416b4f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f91247035254d8a" /><Relationship Type="http://schemas.openxmlformats.org/officeDocument/2006/relationships/notesMaster" Target="/ppt/notesMasters/notesMaster1.xml" Id="Rbec2d5d8b1d7465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f2829c6794484a" /><Relationship Type="http://schemas.openxmlformats.org/officeDocument/2006/relationships/notesMaster" Target="/ppt/notesMasters/notesMaster1.xml" Id="R5acb53d9417a479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c774458904348de" /><Relationship Type="http://schemas.openxmlformats.org/officeDocument/2006/relationships/notesMaster" Target="/ppt/notesMasters/notesMaster1.xml" Id="R0684fa84a95a4fa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c6b18e2a79f48d8" /><Relationship Type="http://schemas.openxmlformats.org/officeDocument/2006/relationships/notesMaster" Target="/ppt/notesMasters/notesMaster1.xml" Id="Rdcf577b7b94b4c7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8b065c0e48940cb" /><Relationship Type="http://schemas.openxmlformats.org/officeDocument/2006/relationships/notesMaster" Target="/ppt/notesMasters/notesMaster1.xml" Id="Rb52432cc382941a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7d9eb6913f4c56" /><Relationship Type="http://schemas.openxmlformats.org/officeDocument/2006/relationships/notesMaster" Target="/ppt/notesMasters/notesMaster1.xml" Id="Rdf713f77c21444b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5594829e46845a6" /><Relationship Type="http://schemas.openxmlformats.org/officeDocument/2006/relationships/notesMaster" Target="/ppt/notesMasters/notesMaster1.xml" Id="Rc0151b546cd44f7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629ab988c774327" /><Relationship Type="http://schemas.openxmlformats.org/officeDocument/2006/relationships/notesMaster" Target="/ppt/notesMasters/notesMaster1.xml" Id="Recf12b09503c404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a982b6fa6ee4fc4" /><Relationship Type="http://schemas.openxmlformats.org/officeDocument/2006/relationships/notesMaster" Target="/ppt/notesMasters/notesMaster1.xml" Id="R2b999d11004c47e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a113df3fc52474c" /><Relationship Type="http://schemas.openxmlformats.org/officeDocument/2006/relationships/notesMaster" Target="/ppt/notesMasters/notesMaster1.xml" Id="R8ecd21dcaee6478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433453515174f55" /><Relationship Type="http://schemas.openxmlformats.org/officeDocument/2006/relationships/notesMaster" Target="/ppt/notesMasters/notesMaster1.xml" Id="R9d87a2b2e39d4d8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5709130e93a4292" /><Relationship Type="http://schemas.openxmlformats.org/officeDocument/2006/relationships/notesMaster" Target="/ppt/notesMasters/notesMaster1.xml" Id="R4d383af608af4ce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ee3b69269cd428f" /><Relationship Type="http://schemas.openxmlformats.org/officeDocument/2006/relationships/notesMaster" Target="/ppt/notesMasters/notesMaster1.xml" Id="R96d022a5e8bc410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817591401224e4f" /><Relationship Type="http://schemas.openxmlformats.org/officeDocument/2006/relationships/notesMaster" Target="/ppt/notesMasters/notesMaster1.xml" Id="Ra0c3f354977347d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6b58f30e3e64c7c" /><Relationship Type="http://schemas.openxmlformats.org/officeDocument/2006/relationships/notesMaster" Target="/ppt/notesMasters/notesMaster1.xml" Id="Rc93125c6bfd84a8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a8682653c37461b" /><Relationship Type="http://schemas.openxmlformats.org/officeDocument/2006/relationships/notesMaster" Target="/ppt/notesMasters/notesMaster1.xml" Id="Rcdb1e624606843b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ee3ef5b917443ce" /><Relationship Type="http://schemas.openxmlformats.org/officeDocument/2006/relationships/notesMaster" Target="/ppt/notesMasters/notesMaster1.xml" Id="Rad8e0e4a330340d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6e3c380ba6848d4" /><Relationship Type="http://schemas.openxmlformats.org/officeDocument/2006/relationships/notesMaster" Target="/ppt/notesMasters/notesMaster1.xml" Id="R89d03c063af9442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835359415e34384" /><Relationship Type="http://schemas.openxmlformats.org/officeDocument/2006/relationships/notesMaster" Target="/ppt/notesMasters/notesMaster1.xml" Id="Rcc8d9ebbc92043e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edce2c8ab6c4a84" /><Relationship Type="http://schemas.openxmlformats.org/officeDocument/2006/relationships/notesMaster" Target="/ppt/notesMasters/notesMaster1.xml" Id="Rb87cb79d28a843f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77bea99b42247e2" /><Relationship Type="http://schemas.openxmlformats.org/officeDocument/2006/relationships/notesMaster" Target="/ppt/notesMasters/notesMaster1.xml" Id="R9971df1e8842463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534b9b796604317" /><Relationship Type="http://schemas.openxmlformats.org/officeDocument/2006/relationships/notesMaster" Target="/ppt/notesMasters/notesMaster1.xml" Id="R5e80d002ab7d4e2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a713f75545b4cfd" /><Relationship Type="http://schemas.openxmlformats.org/officeDocument/2006/relationships/notesMaster" Target="/ppt/notesMasters/notesMaster1.xml" Id="Rfc91f71887d04c4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020b39b73de442c" /><Relationship Type="http://schemas.openxmlformats.org/officeDocument/2006/relationships/notesMaster" Target="/ppt/notesMasters/notesMaster1.xml" Id="R72d06cbbe1a84e9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8574a90c29647d8" /><Relationship Type="http://schemas.openxmlformats.org/officeDocument/2006/relationships/notesMaster" Target="/ppt/notesMasters/notesMaster1.xml" Id="Rdcb4a7595baa4ce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ba1c90cd64243f0" /><Relationship Type="http://schemas.openxmlformats.org/officeDocument/2006/relationships/notesMaster" Target="/ppt/notesMasters/notesMaster1.xml" Id="Rc1c41b4d9a3b42d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2f4c7ab70c94129" /><Relationship Type="http://schemas.openxmlformats.org/officeDocument/2006/relationships/notesMaster" Target="/ppt/notesMasters/notesMaster1.xml" Id="R379ea6e64c1f4a0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6c8d77a82a34a25" /><Relationship Type="http://schemas.openxmlformats.org/officeDocument/2006/relationships/notesMaster" Target="/ppt/notesMasters/notesMaster1.xml" Id="Rcda1f44fd4b843b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be3fc495af94139" /><Relationship Type="http://schemas.openxmlformats.org/officeDocument/2006/relationships/notesMaster" Target="/ppt/notesMasters/notesMaster1.xml" Id="R0d8b1ae8964f481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36bcf03ecf341be" /><Relationship Type="http://schemas.openxmlformats.org/officeDocument/2006/relationships/notesMaster" Target="/ppt/notesMasters/notesMaster1.xml" Id="Rbc2ed839c57f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https://developer.mozilla.org/en-US/docs/Web/API/Window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https://developer.mozilla.org/en-US/docs/Web/API/Window/document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https://developer.mozilla.org/en-US/docs/Web/API/Location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https://developer.mozilla.org/en-US/docs/Web/API/Navigator/language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https://developer.mozilla.org/en-US/docs/Web/API/Navigator/onLine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https://developer.mozilla.org/en-US/docs/Web/API/Screen/width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https://developer.mozilla.org/en-US/docs/Web/API/Window/innerWidth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https://developer.mozilla.org/en-US/docs/Web/API/Location/hash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https://developer.mozilla.org/en-US/docs/Web/API/Location/assign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https://developer.mozilla.org/en-US/docs/Web/API/Location/replace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https://developer.mozilla.org/en-US/docs/Web/API/Location/reload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https://developer.mozilla.org/en-US/docs/Web/API/Window/open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https://developer.mozilla.org/en-US/docs/Web/JavaScript/Reference/Statements/const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https://developer.mozilla.org/en-US/docs/Web/JavaScript/Reference/Statements/let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https://developer.mozilla.org/en-US/docs/Web/JavaScript/Reference/Functions/Arrow_functions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https://developer.mozilla.org/en-US/docs/Web/API/Event/currentTarget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https://developer.mozilla.org/en-US/docs/Web/API/Event/target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a7a56b98c4a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664c44a6f45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f319108c7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2ee9d713d4a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88a306d0347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f9f3bceea47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3de845b0e4b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c0f78c23940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1515983d14d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4e5a385f34c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8f99ceb4f467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46033194584ff7" /><Relationship Type="http://schemas.openxmlformats.org/officeDocument/2006/relationships/image" Target="/ppt/media/image.png" Id="R0ddb3eae62f4466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a1304e67e2492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A63414D6-0356-4750-AC32-63735897191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D87BB04-5E5E-4E08-BD13-6E25D91DF3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66111016-2067-4175-B6E8-B546D76652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28D982A-3DEB-4420-B187-3BE44D425D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CA4B70A-F822-4F5E-A3BE-5F03F88C96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720DC10C-EF3D-42EF-9CDD-CA77F498A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181D5613-1711-41A5-87DF-57CFFE133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244A8CD8-F883-4E2A-A028-91A104878A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4DD19711-E899-408E-BFFF-678056F02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4DE4CC3B-DB21-4D74-BCF0-A88AA8BE0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13E36F70-3092-4C5E-9FF0-271B86762E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840E1F00-9415-4A27-9596-3C4A3713B1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3700033D-3A9A-4633-BD6B-1A2D605DD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21295CB2-727C-4DF6-AC84-BA06A7197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D507443-E03F-4687-A99A-83082C7E96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9B337FD2-D528-4EE7-B280-3BFEA22B95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A41131A-23D9-4F74-A429-7F1BF57F2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2E7AD7D8-A9E6-4CF1-8741-6B1CDDF41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D8F94341-B64A-40D6-8CE0-6DD1DC68E5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39908137-16A1-4C5A-96F9-A882142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D53780C6-1CEC-45B6-A433-4266791E5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2F39831-79C5-46F0-8432-E5B46F3C62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BFADDAB1-34AD-4C05-9F3D-C32FE4DAEE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2226A8D9-8833-402F-9C57-15A3595BFD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E9C9FAC-69AA-4C9E-8698-2E67FF9DEB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D3633FF8-201D-49AF-809B-7B98B7BBCE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896BD821-8679-45D0-8D95-79E236B2AD6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DF8ABD91-3237-414A-9AF9-1F54CF71B2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2A6BB920-A75C-42F7-8D28-3EACB67F62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42450A9D-EBBA-4AB0-B34D-69DD632A6B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EMPLATE">
  <p:cSld name="TEMPLATE">
    <p:bg>
      <p:bgPr>
        <a:blipFill xmlns:a="http://schemas.openxmlformats.org/drawingml/2006/main">
          <a:blip xmlns:r="http://schemas.openxmlformats.org/officeDocument/2006/relationships" r:embed="R0ddb3eae62f4466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e10b65d7134649" /><Relationship Type="http://schemas.openxmlformats.org/officeDocument/2006/relationships/slideLayout" Target="/ppt/slideLayouts/slideLayout1.xml" Id="Rb42e00decd93484f" /><Relationship Type="http://schemas.openxmlformats.org/officeDocument/2006/relationships/slideLayout" Target="/ppt/slideLayouts/slideLayout2.xml" Id="R65e624723cf44c41" /><Relationship Type="http://schemas.openxmlformats.org/officeDocument/2006/relationships/slideLayout" Target="/ppt/slideLayouts/slideLayout3.xml" Id="R1eb9b9bdf2664c77" /><Relationship Type="http://schemas.openxmlformats.org/officeDocument/2006/relationships/slideLayout" Target="/ppt/slideLayouts/slideLayout4.xml" Id="Rf18679bc24fe42d5" /><Relationship Type="http://schemas.openxmlformats.org/officeDocument/2006/relationships/slideLayout" Target="/ppt/slideLayouts/slideLayout5.xml" Id="Rc0e54e7125be43b4" /><Relationship Type="http://schemas.openxmlformats.org/officeDocument/2006/relationships/slideLayout" Target="/ppt/slideLayouts/slideLayout6.xml" Id="Rd9144d97b7064d28" /><Relationship Type="http://schemas.openxmlformats.org/officeDocument/2006/relationships/slideLayout" Target="/ppt/slideLayouts/slideLayout7.xml" Id="Ra865d5da868e4d1a" /><Relationship Type="http://schemas.openxmlformats.org/officeDocument/2006/relationships/slideLayout" Target="/ppt/slideLayouts/slideLayout8.xml" Id="R03ad18d3481347b2" /><Relationship Type="http://schemas.openxmlformats.org/officeDocument/2006/relationships/slideLayout" Target="/ppt/slideLayouts/slideLayout9.xml" Id="R43590e25e1764eba" /><Relationship Type="http://schemas.openxmlformats.org/officeDocument/2006/relationships/slideLayout" Target="/ppt/slideLayouts/slideLayout10.xml" Id="Re952077960a8439b" /><Relationship Type="http://schemas.openxmlformats.org/officeDocument/2006/relationships/slideLayout" Target="/ppt/slideLayouts/slideLayout11.xml" Id="Rf5f4364cddbd45c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33ded4294d34339" /><Relationship Type="http://schemas.openxmlformats.org/officeDocument/2006/relationships/slideLayout" Target="/ppt/slideLayouts/slideLayout12.xml" Id="R757e5a9a7c6b478f" /><Relationship Type="http://schemas.openxmlformats.org/officeDocument/2006/relationships/slideLayout" Target="/ppt/slideLayouts/slideLayout13.xml" Id="R5f467603ec22411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FA80154-9903-4383-B923-64470D6D1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49ABF28-4C6C-4BEC-A9B3-8DF089B19A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32A9C19-9498-444D-A045-3B01EB5CFB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2e00decd93484f"/>
    <p:sldLayoutId xmlns:r="http://schemas.openxmlformats.org/officeDocument/2006/relationships" id="2147483650" r:id="R65e624723cf44c41"/>
    <p:sldLayoutId xmlns:r="http://schemas.openxmlformats.org/officeDocument/2006/relationships" id="2147483651" r:id="R1eb9b9bdf2664c77"/>
    <p:sldLayoutId xmlns:r="http://schemas.openxmlformats.org/officeDocument/2006/relationships" id="2147483652" r:id="Rf18679bc24fe42d5"/>
    <p:sldLayoutId xmlns:r="http://schemas.openxmlformats.org/officeDocument/2006/relationships" id="2147483653" r:id="Rc0e54e7125be43b4"/>
    <p:sldLayoutId xmlns:r="http://schemas.openxmlformats.org/officeDocument/2006/relationships" id="2147483654" r:id="Rd9144d97b7064d28"/>
    <p:sldLayoutId xmlns:r="http://schemas.openxmlformats.org/officeDocument/2006/relationships" id="2147483655" r:id="Ra865d5da868e4d1a"/>
    <p:sldLayoutId xmlns:r="http://schemas.openxmlformats.org/officeDocument/2006/relationships" id="2147483656" r:id="R03ad18d3481347b2"/>
    <p:sldLayoutId xmlns:r="http://schemas.openxmlformats.org/officeDocument/2006/relationships" id="2147483657" r:id="R43590e25e1764eba"/>
    <p:sldLayoutId xmlns:r="http://schemas.openxmlformats.org/officeDocument/2006/relationships" id="2147483658" r:id="Re952077960a8439b"/>
    <p:sldLayoutId xmlns:r="http://schemas.openxmlformats.org/officeDocument/2006/relationships" id="2147483659" r:id="Rf5f4364cddbd45cf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57e5a9a7c6b478f"/>
    <p:sldLayoutId xmlns:r="http://schemas.openxmlformats.org/officeDocument/2006/relationships" id="2147483662" r:id="R5f467603ec224119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9a39cc2fd2e4270" /><Relationship Type="http://schemas.openxmlformats.org/officeDocument/2006/relationships/notesSlide" Target="/ppt/notesSlides/notesSlide1.xml" Id="R54480b14f1944c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1ace7e2e544847" /><Relationship Type="http://schemas.openxmlformats.org/officeDocument/2006/relationships/notesSlide" Target="/ppt/notesSlides/notesSlide2.xml" Id="Rc51f4e9132384e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7967e6fab0b404e" /><Relationship Type="http://schemas.openxmlformats.org/officeDocument/2006/relationships/notesSlide" Target="/ppt/notesSlides/notesSlide3.xml" Id="Rda496070e0cc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16db5c9b15b4ed7" /><Relationship Type="http://schemas.openxmlformats.org/officeDocument/2006/relationships/notesSlide" Target="/ppt/notesSlides/notesSlide4.xml" Id="Ra164e15ef80d40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7ed82025414973" /><Relationship Type="http://schemas.openxmlformats.org/officeDocument/2006/relationships/notesSlide" Target="/ppt/notesSlides/notesSlide5.xml" Id="R1d1cbd258d5f4c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3224d3f48247eb" /><Relationship Type="http://schemas.openxmlformats.org/officeDocument/2006/relationships/notesSlide" Target="/ppt/notesSlides/notesSlide6.xml" Id="Reb0bb516ff964c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4ddede83d3447a" /><Relationship Type="http://schemas.openxmlformats.org/officeDocument/2006/relationships/notesSlide" Target="/ppt/notesSlides/notesSlide7.xml" Id="R09959ebfb6084c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445241bc2e24384" /><Relationship Type="http://schemas.openxmlformats.org/officeDocument/2006/relationships/notesSlide" Target="/ppt/notesSlides/notesSlide8.xml" Id="Rb808b7611bd1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6a80816f8e4301" /><Relationship Type="http://schemas.openxmlformats.org/officeDocument/2006/relationships/notesSlide" Target="/ppt/notesSlides/notesSlide9.xml" Id="Rb94b81c97e6042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238d9f6a3c4550" /><Relationship Type="http://schemas.openxmlformats.org/officeDocument/2006/relationships/notesSlide" Target="/ppt/notesSlides/notesSlide10.xml" Id="R0dc77915da984f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fc6bb0273d4469" /><Relationship Type="http://schemas.openxmlformats.org/officeDocument/2006/relationships/notesSlide" Target="/ppt/notesSlides/notesSlide11.xml" Id="Rd5a1b23fe4eb4d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fd0275e05b4290" /><Relationship Type="http://schemas.openxmlformats.org/officeDocument/2006/relationships/notesSlide" Target="/ppt/notesSlides/notesSlide12.xml" Id="R9d9458614c0745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0cdad1974e42ca" /><Relationship Type="http://schemas.openxmlformats.org/officeDocument/2006/relationships/notesSlide" Target="/ppt/notesSlides/notesSlide13.xml" Id="R2c376f2b75f646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24c25af35944750" /><Relationship Type="http://schemas.openxmlformats.org/officeDocument/2006/relationships/notesSlide" Target="/ppt/notesSlides/notesSlide14.xml" Id="Ra4c90a5a0f734a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7fd1c991594d65" /><Relationship Type="http://schemas.openxmlformats.org/officeDocument/2006/relationships/notesSlide" Target="/ppt/notesSlides/notesSlide15.xml" Id="Rfaf2f471daa946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db795444fef4f55" /><Relationship Type="http://schemas.openxmlformats.org/officeDocument/2006/relationships/notesSlide" Target="/ppt/notesSlides/notesSlide16.xml" Id="R0490e9a53c294f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53fffec863a49c2" /><Relationship Type="http://schemas.openxmlformats.org/officeDocument/2006/relationships/notesSlide" Target="/ppt/notesSlides/notesSlide17.xml" Id="R0eccdfd3642745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19583618374429f" /><Relationship Type="http://schemas.openxmlformats.org/officeDocument/2006/relationships/notesSlide" Target="/ppt/notesSlides/notesSlide18.xml" Id="Rda59a3a5f34c4c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33447c392c445a" /><Relationship Type="http://schemas.openxmlformats.org/officeDocument/2006/relationships/notesSlide" Target="/ppt/notesSlides/notesSlide19.xml" Id="R37591ac0653a4d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47679ad90a4500" /><Relationship Type="http://schemas.openxmlformats.org/officeDocument/2006/relationships/notesSlide" Target="/ppt/notesSlides/notesSlide20.xml" Id="R5955d102373441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5aa8819b844021" /><Relationship Type="http://schemas.openxmlformats.org/officeDocument/2006/relationships/notesSlide" Target="/ppt/notesSlides/notesSlide21.xml" Id="R209f986518b34f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4470499bea43a5" /><Relationship Type="http://schemas.openxmlformats.org/officeDocument/2006/relationships/notesSlide" Target="/ppt/notesSlides/notesSlide22.xml" Id="R21b613622d5e45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97c7920aa04758" /><Relationship Type="http://schemas.openxmlformats.org/officeDocument/2006/relationships/notesSlide" Target="/ppt/notesSlides/notesSlide23.xml" Id="R4b5ada5122bd42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c786ef3afb474b" /><Relationship Type="http://schemas.openxmlformats.org/officeDocument/2006/relationships/notesSlide" Target="/ppt/notesSlides/notesSlide24.xml" Id="R3dffecabef0e4a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250cdba047499c" /><Relationship Type="http://schemas.openxmlformats.org/officeDocument/2006/relationships/notesSlide" Target="/ppt/notesSlides/notesSlide25.xml" Id="Ra92efceac87147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5297d847ead42a6" /><Relationship Type="http://schemas.openxmlformats.org/officeDocument/2006/relationships/notesSlide" Target="/ppt/notesSlides/notesSlide26.xml" Id="R595bd287a563490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ef11ae16224409a" /><Relationship Type="http://schemas.openxmlformats.org/officeDocument/2006/relationships/notesSlide" Target="/ppt/notesSlides/notesSlide27.xml" Id="R4eceb8364aaf4d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a224bdc6aa4924" /><Relationship Type="http://schemas.openxmlformats.org/officeDocument/2006/relationships/notesSlide" Target="/ppt/notesSlides/notesSlide28.xml" Id="Rc9e99b9c846a4c1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d4c470782e4ee8" /><Relationship Type="http://schemas.openxmlformats.org/officeDocument/2006/relationships/notesSlide" Target="/ppt/notesSlides/notesSlide29.xml" Id="R239b83f8d8df43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edba693ad646ef" /><Relationship Type="http://schemas.openxmlformats.org/officeDocument/2006/relationships/notesSlide" Target="/ppt/notesSlides/notesSlide30.xml" Id="R4c9a8ee31cb1485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9e305f2ef5441e" /><Relationship Type="http://schemas.openxmlformats.org/officeDocument/2006/relationships/notesSlide" Target="/ppt/notesSlides/notesSlide31.xml" Id="Rb656e786dd574e2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c16a69d1e94fe4" /><Relationship Type="http://schemas.openxmlformats.org/officeDocument/2006/relationships/notesSlide" Target="/ppt/notesSlides/notesSlide32.xml" Id="Rbd40ffeaccd148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db8ffeaec4407b" /><Relationship Type="http://schemas.openxmlformats.org/officeDocument/2006/relationships/notesSlide" Target="/ppt/notesSlides/notesSlide33.xml" Id="R4b5d12dc236b4d1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dcd27f12e2449cd" /><Relationship Type="http://schemas.openxmlformats.org/officeDocument/2006/relationships/notesSlide" Target="/ppt/notesSlides/notesSlide34.xml" Id="R23937c01e2a24d2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876be407104fe3" /><Relationship Type="http://schemas.openxmlformats.org/officeDocument/2006/relationships/notesSlide" Target="/ppt/notesSlides/notesSlide35.xml" Id="R9ea05c3131284e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a14b013a9f438d" /><Relationship Type="http://schemas.openxmlformats.org/officeDocument/2006/relationships/notesSlide" Target="/ppt/notesSlides/notesSlide36.xml" Id="R09149df3649e49d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0c1551ed6d45fc" /><Relationship Type="http://schemas.openxmlformats.org/officeDocument/2006/relationships/notesSlide" Target="/ppt/notesSlides/notesSlide37.xml" Id="R26c564abb73c4cc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2dcf70a9ef4f03" /><Relationship Type="http://schemas.openxmlformats.org/officeDocument/2006/relationships/notesSlide" Target="/ppt/notesSlides/notesSlide38.xml" Id="R43d9eddea0e5483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fd088ee217f4a12" /><Relationship Type="http://schemas.openxmlformats.org/officeDocument/2006/relationships/notesSlide" Target="/ppt/notesSlides/notesSlide39.xml" Id="R32e2add6c4484f5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9cdd56b673452c" /><Relationship Type="http://schemas.openxmlformats.org/officeDocument/2006/relationships/notesSlide" Target="/ppt/notesSlides/notesSlide40.xml" Id="Rb70ed83877c14d9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100f9b02ee438d" /><Relationship Type="http://schemas.openxmlformats.org/officeDocument/2006/relationships/notesSlide" Target="/ppt/notesSlides/notesSlide41.xml" Id="Re188329fd6454d3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bb2cd801a84174" /><Relationship Type="http://schemas.openxmlformats.org/officeDocument/2006/relationships/notesSlide" Target="/ppt/notesSlides/notesSlide42.xml" Id="R5cc4d7c0752a47e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114aca129543d9" /><Relationship Type="http://schemas.openxmlformats.org/officeDocument/2006/relationships/notesSlide" Target="/ppt/notesSlides/notesSlide43.xml" Id="R122ac73eab3b43c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3adfab6afb242fe" /><Relationship Type="http://schemas.openxmlformats.org/officeDocument/2006/relationships/notesSlide" Target="/ppt/notesSlides/notesSlide44.xml" Id="R776e773df1e542b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be4939acef4e93" /><Relationship Type="http://schemas.openxmlformats.org/officeDocument/2006/relationships/notesSlide" Target="/ppt/notesSlides/notesSlide45.xml" Id="Re0381f78df2c470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828b8a11fb4938" /><Relationship Type="http://schemas.openxmlformats.org/officeDocument/2006/relationships/notesSlide" Target="/ppt/notesSlides/notesSlide46.xml" Id="Rfab7a88ac1614b7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7095d5387c4a2a" /><Relationship Type="http://schemas.openxmlformats.org/officeDocument/2006/relationships/notesSlide" Target="/ppt/notesSlides/notesSlide47.xml" Id="Rc4265189941846c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791a2a038c4341" /><Relationship Type="http://schemas.openxmlformats.org/officeDocument/2006/relationships/notesSlide" Target="/ppt/notesSlides/notesSlide48.xml" Id="R1d38d0569ab94ad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07c03a32d042f0" /><Relationship Type="http://schemas.openxmlformats.org/officeDocument/2006/relationships/notesSlide" Target="/ppt/notesSlides/notesSlide49.xml" Id="Rd323286923274d8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a9a0b4aff24cd0" /><Relationship Type="http://schemas.openxmlformats.org/officeDocument/2006/relationships/notesSlide" Target="/ppt/notesSlides/notesSlide50.xml" Id="R71fc9002dd88497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c4e0dfa45246cb" /><Relationship Type="http://schemas.openxmlformats.org/officeDocument/2006/relationships/notesSlide" Target="/ppt/notesSlides/notesSlide51.xml" Id="Rb1229ff32002402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524528e5eb4410" /><Relationship Type="http://schemas.openxmlformats.org/officeDocument/2006/relationships/notesSlide" Target="/ppt/notesSlides/notesSlide52.xml" Id="Re48ed56e1738412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73d44210794dc1" /><Relationship Type="http://schemas.openxmlformats.org/officeDocument/2006/relationships/notesSlide" Target="/ppt/notesSlides/notesSlide53.xml" Id="R8e83a906b34e4b7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b883b0564c4583" /><Relationship Type="http://schemas.openxmlformats.org/officeDocument/2006/relationships/notesSlide" Target="/ppt/notesSlides/notesSlide54.xml" Id="R5392f609cd99478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2ac94979a841b4" /><Relationship Type="http://schemas.openxmlformats.org/officeDocument/2006/relationships/notesSlide" Target="/ppt/notesSlides/notesSlide55.xml" Id="Re555eaa4edc34af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5f5f17436b415d" /><Relationship Type="http://schemas.openxmlformats.org/officeDocument/2006/relationships/notesSlide" Target="/ppt/notesSlides/notesSlide56.xml" Id="R6ad0ce268d42459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1bf2231ab84f62" /><Relationship Type="http://schemas.openxmlformats.org/officeDocument/2006/relationships/notesSlide" Target="/ppt/notesSlides/notesSlide57.xml" Id="R7be7acbad1884a0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eef5ee831e24e63" /><Relationship Type="http://schemas.openxmlformats.org/officeDocument/2006/relationships/notesSlide" Target="/ppt/notesSlides/notesSlide58.xml" Id="R8a6ad07b562749f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614a53e87149ef" /><Relationship Type="http://schemas.openxmlformats.org/officeDocument/2006/relationships/notesSlide" Target="/ppt/notesSlides/notesSlide59.xml" Id="R4b01ed7d6f5d429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0d5fa8559f451b" /><Relationship Type="http://schemas.openxmlformats.org/officeDocument/2006/relationships/notesSlide" Target="/ppt/notesSlides/notesSlide60.xml" Id="R73f3511d0fb840b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89e47094bd4a22" /><Relationship Type="http://schemas.openxmlformats.org/officeDocument/2006/relationships/notesSlide" Target="/ppt/notesSlides/notesSlide61.xml" Id="Rf67061134ead47a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290b640fdf24464" /><Relationship Type="http://schemas.openxmlformats.org/officeDocument/2006/relationships/notesSlide" Target="/ppt/notesSlides/notesSlide62.xml" Id="Ra8520dab601244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C9F5E-5514-47C3-8718-C07D3560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Lecture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A3C7E-CB94-436D-ABC4-EF68DCD4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 objects and ES6+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FEB78-742E-4AC4-9E6B-A8F33FA6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Read browser state, cause browser actions, and write concise functions and strings.</a:t>
            </a:r>
          </a:p>
        </p:txBody>
      </p:sp>
    </p:spTree>
    <p:extLst>
      <p:ext uri="{BB962C8B-B14F-4D97-AF65-F5344CB8AC3E}">
        <p14:creationId xmlns:p14="http://schemas.microsoft.com/office/powerpoint/2010/main" val="16273595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C3CC6D-4C93-42D7-A2C9-7A17AD0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Today’s agenda</a:t>
            </a:r>
          </a:p>
        </p:txBody>
      </p:sp>
      <p:sp>
        <p:nvSpPr>
          <p:cNvPr id="2" name="bullet-list">
            <a:extLst xmlns:a="http://schemas.openxmlformats.org/drawingml/2006/main">
              <a:ext uri="{FF2B5EF4-FFF2-40B4-BE49-F238E27FC236}">
                <a16:creationId xmlns:a16="http://schemas.microsoft.com/office/drawing/2014/main" id="{A6AA9CEC-FD2A-4D33-8BE9-AB66A618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7239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Warm-up: DOM selection and events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 objects</a:t>
            </a:r>
          </a:p>
          <a:p xmlns:a="http://schemas.openxmlformats.org/drawingml/2006/main">
            <a:pPr marL="48" indent="-13">
              <a:spcAft>
                <a:spcPts val="2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 relationships</a:t>
            </a:r>
          </a:p>
          <a:p xmlns:a="http://schemas.openxmlformats.org/drawingml/2006/main">
            <a:pPr marL="48" indent="-13">
              <a:spcAft>
                <a:spcPts val="2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location, navigator, and screen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 actions</a:t>
            </a:r>
          </a:p>
          <a:p xmlns:a="http://schemas.openxmlformats.org/drawingml/2006/main">
            <a:pPr marL="48" indent="-13">
              <a:spcAft>
                <a:spcPts val="2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URL fragments, navigation, and new tabs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let, const, and block scope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Arrow functions and lexical this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Template literals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Activity: Cinema screening explorer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Debug clinic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2010749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5B0BB4A-0853-48E0-B633-88DF8F07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Warm-up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Pass the function reference. The browser calls it after the click.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2D96AA-DCA4-4E32-AF53-3728B1E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 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7C591F-8086-4470-AB80-A244A3E2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Which line registers handleServe without calling it immediately?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887CA51F-DDCE-4E31-807F-DBF045D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handleServe()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status.textContent = "Served";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F229717-138A-413E-8C0E-75BD3870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button.addEventListener("click", handleServe())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button.addEventListener("click", handleServe)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button.addEventListener("click", "handleServe")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button.addEventListener(handleServe, "click")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C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toUpperCase() returns the uppercase string.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7E7AC0-06E8-4A10-A25D-C59406E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 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ADA834-A19D-4394-8559-E15EBD6A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does this code print?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CFF96279-47A9-4EB0-9C7B-C1F89550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formatTitle(title)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return title.toUpperCase();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console.log(formatTitle("Guide"));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2688DBF-971D-401E-82D7-D6B0F245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guide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Guide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GUIDE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undefined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event.target is the element where the click began.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9865FE-0D54-4931-B9ED-FC9A309F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 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9579A1-218B-4486-A5E7-0568705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is logged when the words inside the button are clicked?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272B6E16-EF49-47EC-98A5-EAF950D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&lt;button id="deliver-button"&gt;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&lt;span&gt;Express delivery&lt;/span&gt;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&lt;/button&gt;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handleDelivery(event)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console.log(event.target.tagName);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2E936C5-D031-4E69-BB77-DD372DB9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BUTTON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SPAN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DIV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undefined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A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querySelector() returns the first matching element.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7C7BD8-C7AC-4FCD-B301-A663E79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 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0FE1D5-B3D1-4DF0-A15F-B43EDF90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Which text is printed?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B5341DC9-80D7-4930-8471-8BC11DD4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&lt;p class="note"&gt;First&lt;/p&gt;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&lt;p class="note"&gt;Second&lt;/p&gt;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note = document.querySelector(".note");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console.log(note.textContent);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ADF452-A9C3-410C-A1AF-A887F2A6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First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Second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FirstSecond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null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textContent replaces the element’s text with Ready.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FBBD4D-9700-4D38-ACCE-BFBCB87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 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0F2F501-4438-42CF-8074-65CC370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becomes visible inside the selected element?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D8F1D7C0-60BC-4654-8ABF-751AFA23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status = document.getElementById("status");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status.textContent = "Ready";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F07AC8-0216-4570-BF79-D179279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status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Ready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"Ready"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Nothing changes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31F25B45-B3F9-4564-8D4E-D7CD0AFA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 objects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974F59-08C3-4BB9-A701-666DCA42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 connects the browser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C820F-5E2E-4A6F-8BF1-42CDBB5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 JavaScript runs inside the window object.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5BF8F-59B5-4657-9AC9-270E75E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document is available as window.document and represents the loaded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2D9D-303D-4524-B1DF-9B841311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4A3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BC9B0-D001-4E7D-91B1-B84A1537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4A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1F6C4-6D10-47F1-88C4-D1BB75B5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4A3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69200-8E4D-4ADF-AA6B-3E1B2C3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622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4A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45119-06E9-4933-9CDF-71FA4A7A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C0FBB-D6A0-4CFD-8587-42D89D75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622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3D892-25B2-48EC-AAB7-06EEB491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162050"/>
            <a:ext cx="17145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33B47-817C-4A4F-B06C-40C04DAD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9144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96F4C-9912-49C8-BA01-78289574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9144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779A7-3CC1-48E5-A527-1B8E90E8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9144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navigator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2B972-0DCB-4CA8-8D15-E000C56E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9144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9A3CD-059E-485F-B99A-A4A5F4D7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701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Browser Object Model exposes information and actions outside the document itself.</a:t>
            </a:r>
          </a:p>
        </p:txBody>
      </p:sp>
    </p:spTree>
    <p:extLst>
      <p:ext uri="{BB962C8B-B14F-4D97-AF65-F5344CB8AC3E}">
        <p14:creationId xmlns:p14="http://schemas.microsoft.com/office/powerpoint/2010/main" val="16518531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A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document is exposed through window.document and as the global document name.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CCC6BA-74B0-4B0B-9597-20BFA90C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Is document part of window?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36A5FE-7268-4DBF-8B2D-69774EA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does this expression evaluate to in a browser?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517F6A4A-14E5-453F-B0AB-A32965B6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window.document === document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73C4BA-E6BF-4AC0-9FFC-4DAD0FB4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true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false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undefined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It throws an error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0C580B57-242E-40AB-8623-8ABE2D9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the browser context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0889D3-E920-41BC-8965-EC426F4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location separates the parts of a URL</a:t>
            </a:r>
          </a:p>
        </p:txBody>
      </p:sp>
      <p:sp>
        <p:nvSpPr>
          <p:cNvPr id="2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8311E0BB-9B54-4229-9B1A-4775A74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767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https://learn.example.com/workshops?level=beginner#session-2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A3162-0616-4390-88F9-69AB62C7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477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protocol</a:t>
            </a:r>
          </a:p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https: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9DF49-6CAE-4F7E-B8B8-932C57E2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562100"/>
            <a:ext cx="20002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hostname</a:t>
            </a:r>
          </a:p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learn.example.com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1F434-9627-46BD-9401-63D0A2F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62100"/>
            <a:ext cx="1333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pathname</a:t>
            </a:r>
          </a:p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/workshops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B83EB-1344-433E-A31D-DC7273CC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62100"/>
            <a:ext cx="18097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search</a:t>
            </a:r>
          </a:p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?level=beginner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3F66-5198-4190-9C8F-9EAD4F6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62100"/>
            <a:ext cx="14859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hash</a:t>
            </a:r>
          </a:p>
          <a:p xmlns:a="http://schemas.openxmlformats.org/drawingml/2006/main">
            <a:pPr algn="ctr">
              <a:defRPr sz="1013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#session-2</a:t>
            </a:r>
          </a:p>
        </p:txBody>
      </p:sp>
      <p:graphicFrame>
        <p:nvGraphicFramePr>
          <p:cNvPr id="16" name="data-table"/>
          <p:cNvGraphicFramePr/>
          <p:nvPr/>
        </p:nvGraphicFramePr>
        <p:xfrm>
          <a:off xmlns:a="http://schemas.openxmlformats.org/drawingml/2006/main" x="1066800" y="2400300"/>
          <a:ext xmlns:a="http://schemas.openxmlformats.org/drawingml/2006/main" cx="68580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76750"/>
              </a:tblGrid>
              <a:tr h="3397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Value read from the current URL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location.href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The complete URL</a:t>
                      </a:r>
                    </a:p>
                  </a:txBody>
                  <a:tcPr marL="66675" marR="66675" marT="57150" marB="57150" anchor="ctr"/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location.hostname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learn.example.com</a:t>
                      </a:r>
                    </a:p>
                  </a:txBody>
                  <a:tcPr marL="66675" marR="66675" marT="57150" marB="57150" anchor="ctr"/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location.pathname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/workshops</a:t>
                      </a:r>
                    </a:p>
                  </a:txBody>
                  <a:tcPr marL="66675" marR="66675" marT="57150" marB="57150" anchor="ctr"/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location.search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?level=beginner</a:t>
                      </a:r>
                    </a:p>
                  </a:txBody>
                  <a:tcPr marL="66675" marR="66675" marT="57150" marB="57150" anchor="ctr"/>
                </a:tc>
              </a:tr>
              <a:tr h="3397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location.hash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#session-2</a:t>
                      </a:r>
                    </a:p>
                  </a:txBody>
                  <a:tcPr marL="66675" marR="66675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1746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D1AAAA-3F10-468C-9139-39BF0324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navigator reports browser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A9DB2-FE00-40A9-87B8-C64BAF28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Preferred language</a:t>
            </a:r>
          </a:p>
        </p:txBody>
      </p:sp>
      <p:sp>
        <p:nvSpPr>
          <p:cNvPr id="3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6C22160E-762D-42B0-9921-BAF88087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navigator.language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FD819-F2F5-425A-B229-D7AAE14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Common result: "en-IN"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BF748-4E48-4A65-BBB8-DF876DAF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066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Network connection state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0CD7C28E-E04D-492F-8852-52B11144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668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navigator.onLine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ED4AC-3478-423C-A668-BEACDC7F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Result: true or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1B5E4-C950-4A20-AF27-E29E2434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7200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onLine reports a network connection. It does not prove that a particular service is reachable.</a:t>
            </a:r>
          </a:p>
        </p:txBody>
      </p:sp>
    </p:spTree>
    <p:extLst>
      <p:ext uri="{BB962C8B-B14F-4D97-AF65-F5344CB8AC3E}">
        <p14:creationId xmlns:p14="http://schemas.microsoft.com/office/powerpoint/2010/main" val="2937906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9447D0-DD8C-43B7-932B-F16EC2E9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Screen size and viewport size are different</a:t>
            </a:r>
          </a:p>
        </p:txBody>
      </p:sp>
      <p:sp>
        <p:nvSpPr>
          <p:cNvPr id="2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5B26785-9659-4D38-99BC-711B1F8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DFD9A-DD6E-45B9-A724-B7766291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38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4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663B6F01-1C04-49E8-9BF5-E9EB62E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3810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AA1C9-ADE6-4859-B656-DC0EBDA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Browser window</a:t>
            </a:r>
          </a:p>
        </p:txBody>
      </p:sp>
      <p:sp>
        <p:nvSpPr>
          <p:cNvPr id="6" name="viewport-frame">
            <a:extLst xmlns:a="http://schemas.openxmlformats.org/drawingml/2006/main">
              <a:ext uri="{FF2B5EF4-FFF2-40B4-BE49-F238E27FC236}">
                <a16:creationId xmlns:a16="http://schemas.microsoft.com/office/drawing/2014/main" id="{16F40C62-4D43-4241-8011-C6D6642F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383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8DBFD-3F3A-4A66-A949-4EBF1F1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Viewport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C06BD-654C-4D48-A345-6941858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85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screen.width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9E093-7446-4C4B-A8BB-15D7B981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Width of the device screen in CSS pixels.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80E4B-5C16-4FC8-8535-7AEE864D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window.innerWidth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E7A8D-C50B-4F3A-85FE-90CC24A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622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Width of the page viewport. Resizing the browser can change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A4CD0-7B60-477B-B957-B9C0AC56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Both values use CSS pixels, not a count of physical display pixels.</a:t>
            </a:r>
          </a:p>
        </p:txBody>
      </p:sp>
    </p:spTree>
    <p:extLst>
      <p:ext uri="{BB962C8B-B14F-4D97-AF65-F5344CB8AC3E}">
        <p14:creationId xmlns:p14="http://schemas.microsoft.com/office/powerpoint/2010/main" val="7311052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8BF20-8562-4331-BD06-58F959FD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demo: Report the browser context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1115E6A5-D1AE-466C-8007-7F0413A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4810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report = document.querySelector("#browser-report");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browserReport =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"URL: " + location.href + "\n" +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"Language: " + navigator.language + "\n" +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"Screen: " + screen.width + " x " + screen.height + "\n" +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"Viewport: " + innerWidth + " x " + innerHeight;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report.textContent = browserReport;</a:t>
            </a:r>
          </a:p>
        </p:txBody>
      </p:sp>
      <p:sp>
        <p:nvSpPr>
          <p:cNvPr id="3" name="browser-panel">
            <a:extLst xmlns:a="http://schemas.openxmlformats.org/drawingml/2006/main">
              <a:ext uri="{FF2B5EF4-FFF2-40B4-BE49-F238E27FC236}">
                <a16:creationId xmlns:a16="http://schemas.microsoft.com/office/drawing/2014/main" id="{813906A7-D570-4792-B89C-96FB382A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28700"/>
            <a:ext cx="2781300" cy="2952750"/>
          </a:xfrm>
          <a:prstGeom xmlns:a="http://schemas.openxmlformats.org/drawingml/2006/main" prst="roundRect">
            <a:avLst>
              <a:gd name="adj" fmla="val 2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01B0B-B6E7-4667-BBA9-662EB2F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287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browser report</a:t>
            </a:r>
          </a:p>
        </p:txBody>
      </p:sp>
      <p:sp>
        <p:nvSpPr>
          <p:cNvPr id="5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B3B088A3-07BE-426B-A449-1994EE3F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71600"/>
            <a:ext cx="255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93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https://learn.example.com/workshops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C3AFF-C33F-4467-BA8C-7C2FE0F9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71650"/>
            <a:ext cx="2514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URL: https://learn.example.com/workshops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Language: en-IN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Screen: 1440 x 900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Viewport: 1180 x 720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Connection: online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42AC1-7CBC-4A7A-809E-9B56B574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Resize the browser: viewport values change while screen values remain the same.</a:t>
            </a:r>
          </a:p>
        </p:txBody>
      </p:sp>
    </p:spTree>
    <p:extLst>
      <p:ext uri="{BB962C8B-B14F-4D97-AF65-F5344CB8AC3E}">
        <p14:creationId xmlns:p14="http://schemas.microsoft.com/office/powerpoint/2010/main" val="19694160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C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innerWidth measures the current viewport width.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16954-3158-4F10-A6CD-8F457F7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Which value changes after resizing?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F3EABDE-3F23-4C61-B7C5-F4F8E00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browser window becomes narrower. Which value should change?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276F4E8-4142-4749-A059-855CE5C7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screen.width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screen.height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window.innerWidth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navigator.language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C0FD82F-EF37-40E8-B896-44569816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 actions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spcFirstLastPara="1" wrap="square" lIns="114300" tIns="95250" rIns="114300" bIns="762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browser state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location.href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navigator.language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111827"/>
                </a:solidFill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Cause a browser action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assign location.hash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call window.open()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D205C2-3CCC-4BC3-8E74-EAAB20FC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browser state or cause an action?</a:t>
            </a:r>
          </a:p>
        </p:txBody>
      </p:sp>
      <p:sp>
        <p:nvSpPr>
          <p:cNvPr id="86" name="code-block">
            <a:extLst xmlns:a="http://schemas.openxmlformats.org/drawingml/2006/main">
              <a:ext uri="{FF2B5EF4-FFF2-40B4-BE49-F238E27FC236}">
                <a16:creationId xmlns:a16="http://schemas.microsoft.com/office/drawing/2014/main" id="{F81B8D23-EDF6-4F06-8B6E-AE5B4730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90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location.href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navigator.language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location.hash = "#session-2"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window.open(guideUrl, "_blank")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58266B-CEDA-4446-84F5-EB360E0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00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Classify each statement before revealing the result.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83DEB2D-2FA8-400B-A4A2-6E60BAE0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side effect changes browser or page state.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Result: The browser adds #session-2 to the current URL without reloading the document.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C451F4-8CB3-4ED8-B226-D6612FD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demo: Update the URL fragment</a:t>
            </a:r>
          </a:p>
        </p:txBody>
      </p:sp>
      <p:sp>
        <p:nvSpPr>
          <p:cNvPr id="86" name="code-block">
            <a:extLst xmlns:a="http://schemas.openxmlformats.org/drawingml/2006/main">
              <a:ext uri="{FF2B5EF4-FFF2-40B4-BE49-F238E27FC236}">
                <a16:creationId xmlns:a16="http://schemas.microsoft.com/office/drawing/2014/main" id="{0C4CFC12-F56E-44B0-B834-A01B9A1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457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sessionButton = document.querySelector("#session-button");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selectSession()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location.hash = "session-2";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sessionButton.addEventListener("click", selectSession);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2A666D1-7CF0-49E5-AC77-EC82BCF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47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Predict the address bar after the click.</a:t>
            </a:r>
          </a:p>
        </p:txBody>
      </p:sp>
      <p:sp>
        <p:nvSpPr>
          <p:cNvPr id="88" name="button-session-2">
            <a:extLst xmlns:a="http://schemas.openxmlformats.org/drawingml/2006/main">
              <a:ext uri="{FF2B5EF4-FFF2-40B4-BE49-F238E27FC236}">
                <a16:creationId xmlns:a16="http://schemas.microsoft.com/office/drawing/2014/main" id="{35E899B0-EFBA-417A-A6B2-CA998FD2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43050"/>
            <a:ext cx="230505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Select session 2</a:t>
            </a:r>
          </a:p>
        </p:txBody>
      </p:sp>
      <p:sp>
        <p:nvSpPr>
          <p:cNvPr id="89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DAF8D199-7D07-480D-8C3B-A639D8EE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479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Before  /workshops</a:t>
            </a:r>
          </a:p>
        </p:txBody>
      </p:sp>
      <p:sp>
        <p:nvSpPr>
          <p:cNvPr id="90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9F4EDF29-D852-4B67-9001-37A2CDA0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9082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After   /workshops#session-2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81203B-53AB-4239-98D8-2B3DA7E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the navigation method</a:t>
            </a:r>
          </a:p>
        </p:txBody>
      </p:sp>
      <p:graphicFrame>
        <p:nvGraphicFramePr>
          <p:cNvPr id="6" name="data-table"/>
          <p:cNvGraphicFramePr/>
          <p:nvPr/>
        </p:nvGraphicFramePr>
        <p:xfrm>
          <a:off xmlns:a="http://schemas.openxmlformats.org/drawingml/2006/main" x="685800" y="1066800"/>
          <a:ext xmlns:a="http://schemas.openxmlformats.org/drawingml/2006/main" cx="767715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714625"/>
                <a:gridCol w="3057525"/>
              </a:tblGrid>
              <a:tr h="5619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Browser behaviour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Key consequence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location.assign(url)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Loads the new URL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Back can return to the current page</a:t>
                      </a:r>
                    </a:p>
                  </a:txBody>
                  <a:tcPr marL="66675" marR="66675" marT="57150" marB="57150" anchor="ctr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location.replace(url)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Loads the new URL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Replaces the current history entry</a:t>
                      </a:r>
                    </a:p>
                  </a:txBody>
                  <a:tcPr marL="66675" marR="66675" marT="57150" marB="57150" anchor="ctr"/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location.reload()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Reloads the current URL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Keeps the same location</a:t>
                      </a:r>
                    </a:p>
                  </a:txBody>
                  <a:tcPr marL="66675" marR="66675" marT="57150" marB="57150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94833-2251-47D4-BB30-EAD8E038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Selection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F324A-292F-4CA4-8F8C-F1F9E350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4330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Use assign() when returning makes sense. Use replace() when the current page should not stay in history. Use reload() to load the current URL again.</a:t>
            </a:r>
          </a:p>
        </p:txBody>
      </p:sp>
    </p:spTree>
    <p:extLst>
      <p:ext uri="{BB962C8B-B14F-4D97-AF65-F5344CB8AC3E}">
        <p14:creationId xmlns:p14="http://schemas.microsoft.com/office/powerpoint/2010/main" val="171096595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CC9FF-EA8F-4ABB-B6FB-060C1F7B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demo: Open the workshop guide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A5AFB971-3262-4E06-A73E-3F12D882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476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guideUrl = "https://example.com/workshop-guide";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openGuide()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window.open(guideUrl, "_blank");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guideButton.addEventListener("click", openGuide);</a:t>
            </a:r>
          </a:p>
        </p:txBody>
      </p:sp>
      <p:sp>
        <p:nvSpPr>
          <p:cNvPr id="3" name="bullet-list">
            <a:extLst xmlns:a="http://schemas.openxmlformats.org/drawingml/2006/main">
              <a:ext uri="{FF2B5EF4-FFF2-40B4-BE49-F238E27FC236}">
                <a16:creationId xmlns:a16="http://schemas.microsoft.com/office/drawing/2014/main" id="{1E2A4FF3-C2DF-49C6-A82C-59AEA296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call requests a separate browsing context.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browser may open a tab or window.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Popup rules can block calls that are not triggered by the user.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163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return value can be a WindowProxy or null.</a:t>
            </a:r>
          </a:p>
        </p:txBody>
      </p:sp>
      <p:sp>
        <p:nvSpPr>
          <p:cNvPr id="4" name="browser-panel">
            <a:extLst xmlns:a="http://schemas.openxmlformats.org/drawingml/2006/main">
              <a:ext uri="{FF2B5EF4-FFF2-40B4-BE49-F238E27FC236}">
                <a16:creationId xmlns:a16="http://schemas.microsoft.com/office/drawing/2014/main" id="{D6BA25E2-EE33-41F6-8E86-02F678BC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23950"/>
            <a:ext cx="2857500" cy="238125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A8051-5F2C-44AD-87AC-DFCD1F4E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239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workshop launcher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7A6C04C2-5B6C-47C2-855F-080517BB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93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https://example.com/workshops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7FC4A-78D6-44E5-A132-9702AD9B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866900"/>
            <a:ext cx="2590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Open the workshop guide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 separate tab is requested.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82A01-412C-49E7-86C4-F0BD39FF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Expected result: The guide opens separately when the browser permits it.</a:t>
            </a:r>
          </a:p>
        </p:txBody>
      </p:sp>
    </p:spTree>
    <p:extLst>
      <p:ext uri="{BB962C8B-B14F-4D97-AF65-F5344CB8AC3E}">
        <p14:creationId xmlns:p14="http://schemas.microsoft.com/office/powerpoint/2010/main" val="71325431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replace() loads the dashboard and replaces the login page’s history entry.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B7EDC5-1FD6-4B99-B64E-950F188E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Choose the browser action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8C43EA-4157-4E68-9FE7-76CFF48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After login, the browser should open the dashboard and Back should not return to the login page.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D7D5E95-0EE2-4630-8959-76C8091B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location.assign("/dashboard")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location.replace("/dashboard")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location.reload()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window.open("/dashboard", "_blank")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6C797C-9013-45AE-9235-FA2E9E2E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let or const</a:t>
            </a:r>
          </a:p>
        </p:txBody>
      </p:sp>
      <p:graphicFrame>
        <p:nvGraphicFramePr>
          <p:cNvPr id="6" name="data-table"/>
          <p:cNvGraphicFramePr/>
          <p:nvPr/>
        </p:nvGraphicFramePr>
        <p:xfrm>
          <a:off xmlns:a="http://schemas.openxmlformats.org/drawingml/2006/main" x="685800" y="1143000"/>
          <a:ext xmlns:a="http://schemas.openxmlformats.org/drawingml/2006/main" cx="371475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381125"/>
                <a:gridCol w="1381125"/>
              </a:tblGrid>
              <a:tr h="53975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Can reassign the binding?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Use when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const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The binding should stay the same</a:t>
                      </a:r>
                    </a:p>
                  </a:txBody>
                  <a:tcPr marL="66675" marR="66675" marT="57150" marB="57150" anchor="ctr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let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The stored value needs to change</a:t>
                      </a:r>
                    </a:p>
                  </a:txBody>
                  <a:tcPr marL="66675" marR="66675" marT="57150" marB="57150" anchor="ctr"/>
                </a:tc>
              </a:tr>
            </a:tbl>
          </a:graphicData>
        </a:graphic>
      </p:graphicFrame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4BF86A7C-D3F4-4DD8-9E4C-8BA36A1C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0"/>
            <a:ext cx="3600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launcher = document.querySelector("#launcher");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let selectedSession = "Not selected";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selectedSession = "Session 2";</a:t>
            </a:r>
          </a:p>
        </p:txBody>
      </p:sp>
      <p:sp>
        <p:nvSpPr>
          <p:cNvPr id="4" name="bullet-list">
            <a:extLst xmlns:a="http://schemas.openxmlformats.org/drawingml/2006/main">
              <a:ext uri="{FF2B5EF4-FFF2-40B4-BE49-F238E27FC236}">
                <a16:creationId xmlns:a16="http://schemas.microsoft.com/office/drawing/2014/main" id="{E5AA4DCE-CC5A-4682-B090-DA9C7B26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const prevents reassignment of the binding.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let fits state such as a changing selection.</a:t>
            </a:r>
          </a:p>
        </p:txBody>
      </p:sp>
    </p:spTree>
    <p:extLst>
      <p:ext uri="{BB962C8B-B14F-4D97-AF65-F5344CB8AC3E}">
        <p14:creationId xmlns:p14="http://schemas.microsoft.com/office/powerpoint/2010/main" val="129317462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44FBA3-CF35-4704-AB7D-FD81B625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Block scope limits a binding’s availability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7C6EE140-8645-4083-B98E-1B4763F7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476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if (navigator.onLine)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message = "Ready to open guide";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console.log(message);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console.log(message);</a:t>
            </a:r>
          </a:p>
        </p:txBody>
      </p:sp>
      <p:sp>
        <p:nvSpPr>
          <p:cNvPr id="3" name="scope-boundary">
            <a:extLst xmlns:a="http://schemas.openxmlformats.org/drawingml/2006/main">
              <a:ext uri="{FF2B5EF4-FFF2-40B4-BE49-F238E27FC236}">
                <a16:creationId xmlns:a16="http://schemas.microsoft.com/office/drawing/2014/main" id="{20DC0B9A-6E01-4639-9CE2-03C82C99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FD715-896B-45DB-BC09-3863667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123950"/>
            <a:ext cx="904875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if block</a:t>
            </a:r>
          </a:p>
        </p:txBody>
      </p:sp>
      <p:sp>
        <p:nvSpPr>
          <p:cNvPr id="5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F4C32CFE-EC81-4D11-AA90-1D63EB46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2875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ReferenceError: message is not defined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6B669-C3CF-4F41-8603-2E35F09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05050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message exists only inside the braces where it was declared.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96CA-654D-478E-9703-DC7C0883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let and const are block-scoped.</a:t>
            </a:r>
          </a:p>
        </p:txBody>
      </p:sp>
    </p:spTree>
    <p:extLst>
      <p:ext uri="{BB962C8B-B14F-4D97-AF65-F5344CB8AC3E}">
        <p14:creationId xmlns:p14="http://schemas.microsoft.com/office/powerpoint/2010/main" val="139545187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651B8B-B415-4F76-9EE0-B27DDCC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demo: Track launcher state</a:t>
            </a:r>
          </a:p>
        </p:txBody>
      </p:sp>
      <p:graphicFrame>
        <p:nvGraphicFramePr>
          <p:cNvPr id="6" name="data-table"/>
          <p:cNvGraphicFramePr/>
          <p:nvPr/>
        </p:nvGraphicFramePr>
        <p:xfrm>
          <a:off xmlns:a="http://schemas.openxmlformats.org/drawingml/2006/main" x="590550" y="1104900"/>
          <a:ext xmlns:a="http://schemas.openxmlformats.org/drawingml/2006/main" cx="3857625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809625"/>
                <a:gridCol w="1571625"/>
              </a:tblGrid>
              <a:tr h="4953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Binding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launcher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const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DOM reference stays</a:t>
                      </a:r>
                    </a:p>
                  </a:txBody>
                  <a:tcPr marL="66675" marR="66675" marT="57150" marB="57150" anchor="ctr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selectedSession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let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Changes after a click</a:t>
                      </a:r>
                    </a:p>
                  </a:txBody>
                  <a:tcPr marL="66675" marR="66675" marT="57150" marB="57150" anchor="ctr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guideUrl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const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Configured URL stays</a:t>
                      </a:r>
                    </a:p>
                  </a:txBody>
                  <a:tcPr marL="66675" marR="66675" marT="57150" marB="57150" anchor="ctr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launchCount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let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Increases after a click</a:t>
                      </a:r>
                    </a:p>
                  </a:txBody>
                  <a:tcPr marL="66675" marR="66675" marT="57150" marB="57150" anchor="ctr"/>
                </a:tc>
              </a:tr>
            </a:tbl>
          </a:graphicData>
        </a:graphic>
      </p:graphicFrame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744D8808-F847-4953-967F-7BC71A7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04900"/>
            <a:ext cx="3600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let selectedSession = "Not selected";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let launchCount 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selectSession()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selectedSession = "Session 2";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launchCount = launchCount + 1;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1880F-9A64-48CF-9719-92B8F36C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733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const object or DOM reference can still be used to change properties or page content. The binding itself cannot be reassigned.</a:t>
            </a:r>
          </a:p>
        </p:txBody>
      </p:sp>
    </p:spTree>
    <p:extLst>
      <p:ext uri="{BB962C8B-B14F-4D97-AF65-F5344CB8AC3E}">
        <p14:creationId xmlns:p14="http://schemas.microsoft.com/office/powerpoint/2010/main" val="117676129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C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property can change. Reassigning the const binding fails.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694047-8678-4276-A1FC-CA1304BE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What does const protect?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06C088-64C7-42BB-8210-3423734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Which line causes an error?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B576F99A-B5C2-4121-9429-E400CB8B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workshop = { seats: 10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workshop.seats = 9;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workshop = { seats: 8 };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140A68-9AF8-49E7-9921-79B0629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The declaration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workshop.seats = 9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workshop = { seats: 8 }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No line causes an error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E068B3E-5DF1-4D4B-83B4-399806FD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Arrow functions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804E19-BC30-4895-B6A9-C6FDEB82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Store a function in a binding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C2E87-D364-4785-AD19-F0AC814E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Function declaration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6E82F537-49FA-465C-9736-C6627C23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openGuide()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window.open(guideUrl, "_blank");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47EA2-495A-411F-BE32-4938D3B2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000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Function expression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E0ED3220-82DC-424A-AACC-9309CEA6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81125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openGuide = function ()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window.open(guideUrl, "_blank");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B3B8ED78-2A4A-4D3C-AD71-070C7CA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openGuide();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9ABC7-A61C-4EC6-8CF2-0B54D576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Both versions can be called the same way after their definitions.</a:t>
            </a:r>
          </a:p>
        </p:txBody>
      </p:sp>
    </p:spTree>
    <p:extLst>
      <p:ext uri="{BB962C8B-B14F-4D97-AF65-F5344CB8AC3E}">
        <p14:creationId xmlns:p14="http://schemas.microsoft.com/office/powerpoint/2010/main" val="29379068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C2324C-3DFC-4BE3-A907-24278EFF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arrow-function parameters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6FD2A-9731-46C3-B5F2-BF716EFF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Zero parameters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D6313130-6AE8-4367-8870-B578D4E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() =&gt; "Ready";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26468-233A-484B-B3B6-43184920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Parentheses are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334F3-4497-4B3B-A416-93B4442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104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parameter</a:t>
            </a:r>
          </a:p>
        </p:txBody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E3F40C63-47B0-47A4-A74E-FC93D2C2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240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name =&gt; name.toUpperCase();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C0053-7E41-4D02-A178-B97225C0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Parentheses may be omitted.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03DAE-43C7-4FAA-9E3B-2ADB789C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04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Multiple parameters</a:t>
            </a:r>
          </a:p>
        </p:txBody>
      </p:sp>
      <p:sp>
        <p:nvSpPr>
          <p:cNvPr id="9" name="code-block">
            <a:extLst xmlns:a="http://schemas.openxmlformats.org/drawingml/2006/main">
              <a:ext uri="{FF2B5EF4-FFF2-40B4-BE49-F238E27FC236}">
                <a16:creationId xmlns:a16="http://schemas.microsoft.com/office/drawing/2014/main" id="{D6ACEDDC-11C9-463A-8973-39FDA32F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(name, room) =&gt; name + " - " + room;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2A147-4001-4D15-89AC-E3A5FFC3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Parentheses are required.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D5973-D120-417D-BC8F-79C0FBB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arrow separates the parameter list from the function body.</a:t>
            </a:r>
          </a:p>
        </p:txBody>
      </p:sp>
    </p:spTree>
    <p:extLst>
      <p:ext uri="{BB962C8B-B14F-4D97-AF65-F5344CB8AC3E}">
        <p14:creationId xmlns:p14="http://schemas.microsoft.com/office/powerpoint/2010/main" val="139545187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E175B7-78AA-48EA-959D-72EE7013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Expression bodies return their result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C3502810-6325-4A3E-BE7F-E2F7AE33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334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labelSession = number =&gt; "Session " + number;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label = labelSession(2);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console.log(label);</a:t>
            </a:r>
          </a:p>
        </p:txBody>
      </p:sp>
      <p:sp>
        <p:nvSpPr>
          <p:cNvPr id="3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68917C5A-5F04-4E1E-B8EA-3035564D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Session 2</a:t>
            </a:r>
          </a:p>
        </p:txBody>
      </p:sp>
      <p:sp>
        <p:nvSpPr>
          <p:cNvPr id="4" name="bullet-list">
            <a:extLst xmlns:a="http://schemas.openxmlformats.org/drawingml/2006/main">
              <a:ext uri="{FF2B5EF4-FFF2-40B4-BE49-F238E27FC236}">
                <a16:creationId xmlns:a16="http://schemas.microsoft.com/office/drawing/2014/main" id="{3BD62F91-06B3-4956-9B9A-EACD60A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There are no braces around the body.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expression result is returned automatically.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FA971-0F5D-4FA7-8830-E5992136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an expression body when the function returns one expression.</a:t>
            </a:r>
          </a:p>
        </p:txBody>
      </p:sp>
    </p:spTree>
    <p:extLst>
      <p:ext uri="{BB962C8B-B14F-4D97-AF65-F5344CB8AC3E}">
        <p14:creationId xmlns:p14="http://schemas.microsoft.com/office/powerpoint/2010/main" val="29379068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ABADF3-C129-4C91-A617-B1A15C48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Block bodies require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52A9E-4535-4D29-8310-0F95D2F2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Missing return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490643EC-37DD-40B0-9269-2DD7071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524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labelSession = number =&gt;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"Session " + number;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labelSession(2); // 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7B6BA-2452-460E-AC6A-72A87F0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047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Return the value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DE532F0E-DD41-4D59-91DD-E00DDF88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28750"/>
            <a:ext cx="3524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labelSession = number =&gt;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return "Session " + number;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labelSession(2); // "Session 2"</a:t>
            </a:r>
          </a:p>
        </p:txBody>
      </p:sp>
      <p:sp>
        <p:nvSpPr>
          <p:cNvPr id="6" name="correct-outline">
            <a:extLst xmlns:a="http://schemas.openxmlformats.org/drawingml/2006/main">
              <a:ext uri="{FF2B5EF4-FFF2-40B4-BE49-F238E27FC236}">
                <a16:creationId xmlns:a16="http://schemas.microsoft.com/office/drawing/2014/main" id="{D2DADF34-22B5-4708-915D-38BBB55F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71600"/>
            <a:ext cx="3638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DD23B-F979-4AA2-A7E6-5F3E94C6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Braces create a block body. Use return when that block must produce a value.</a:t>
            </a:r>
          </a:p>
        </p:txBody>
      </p:sp>
    </p:spTree>
    <p:extLst>
      <p:ext uri="{BB962C8B-B14F-4D97-AF65-F5344CB8AC3E}">
        <p14:creationId xmlns:p14="http://schemas.microsoft.com/office/powerpoint/2010/main" val="29379068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A7171F-CCCA-4C72-8F63-16A6460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demo: Rewrite the handler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29B64-A08B-44D3-BE04-2AB08F41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162EDB16-84BD-4F5A-9346-72871909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function openGuide()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window.open(guideUrl, "_blank");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4B7A5-1802-4A72-BB57-B03402B5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90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B7111380-FA12-4CFB-BAB7-41E46EA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525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openGuide = () =&gt;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window.open(guideUrl, "_blank");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06F12E78-B02E-4BED-9040-A1EA6BDC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guideButton.addEventListener("click", openGuide);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58E85-A4A4-4F04-ACED-86AC70A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Both handlers work here because neither depends on its own this value.</a:t>
            </a:r>
          </a:p>
        </p:txBody>
      </p:sp>
    </p:spTree>
    <p:extLst>
      <p:ext uri="{BB962C8B-B14F-4D97-AF65-F5344CB8AC3E}">
        <p14:creationId xmlns:p14="http://schemas.microsoft.com/office/powerpoint/2010/main" val="60176764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expression body returns 3 × 4.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4ABD31-CFA3-4FF7-BC30-3D62EF48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What does this arrow function return?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1AC29C3-7F54-45E7-8F12-72D556E8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value is returned by calculateSeats(3, 4)?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8EB233D8-B254-40B6-8A12-C4DF4B9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calculateSeats = (rows, seatsPerRow) =&gt;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rows * seatsPerRow;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0A763B-3362-41DE-B6B4-03CEAF0F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7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12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"12"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undefined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183213A-87BA-4888-B9E6-11519BB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Lexical this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E0C7BD-BC33-433F-8D30-E5B39C48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regular function gets this from the call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1B2B74A5-5E32-421A-8047-82176910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launcher =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name: "Workshop launcher",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openGuide: function ()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console.log(this.name);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launcher.openGuide();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B1037-B218-4061-8ECB-CE7D34EA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06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Call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592A2-7697-4C94-ACFE-0655FDC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00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ACD3A-C2BD-43EC-A4A2-C152F312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668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launcher is the receiver of the method call.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A88D-FB24-43BF-A5A1-368689E6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400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74F8B-43CA-4367-AAD8-4D9282D1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regular function receives this = launcher.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5BFA0-3A85-4057-8CEE-78FC8176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400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3BADF-073B-4224-981E-11BC10B9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this.name reads "Workshop launcher".</a:t>
            </a:r>
          </a:p>
        </p:txBody>
      </p:sp>
      <p:sp>
        <p:nvSpPr>
          <p:cNvPr id="10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8D98469B-C698-4B18-81AE-D905EB2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6237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Workshop launcher</a:t>
            </a:r>
          </a:p>
        </p:txBody>
      </p:sp>
    </p:spTree>
    <p:extLst>
      <p:ext uri="{BB962C8B-B14F-4D97-AF65-F5344CB8AC3E}">
        <p14:creationId xmlns:p14="http://schemas.microsoft.com/office/powerpoint/2010/main" val="186040314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87A88D-EF56-497F-9CBF-93753234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 arrow function reuses the surrounding this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4C18D-12B5-439B-B9E3-73168EB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following method is part of the launcher object.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83894BC0-25DB-46C3-9815-DB59895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476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launcher =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name: "Workshop launcher",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openGuide: function ()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const reportName = ()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console.log(this.name);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};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reportName();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4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36A6FCD8-1766-4173-97B5-A2BD55A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001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launcher.openGuide();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106B-1D10-4DB3-80F4-CEC00B4D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66900"/>
            <a:ext cx="3810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924AF-E5F6-409E-A26F-514A7B18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openGuide() is called as a launcher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2DD25-0960-431F-9DF6-87617548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14600"/>
            <a:ext cx="3810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36C28-45ED-4C98-8EF3-1278DB27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574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regular method receives this = launcher.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66688-C1EE-4249-BCE3-5C9E8298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62300"/>
            <a:ext cx="3810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53DA2-D08E-43CE-9769-57B652D1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reportName is an arrow, so it reuses that this.</a:t>
            </a:r>
          </a:p>
        </p:txBody>
      </p:sp>
      <p:sp>
        <p:nvSpPr>
          <p:cNvPr id="11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997A7635-42B8-48E5-A8BF-162E9C3D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671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Workshop launcher</a:t>
            </a:r>
          </a:p>
        </p:txBody>
      </p:sp>
    </p:spTree>
    <p:extLst>
      <p:ext uri="{BB962C8B-B14F-4D97-AF65-F5344CB8AC3E}">
        <p14:creationId xmlns:p14="http://schemas.microsoft.com/office/powerpoint/2010/main" val="186040314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72C80D-A7D2-44FD-9F39-5FB5ADCD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target and currentTarget identify different elements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C4D04-6136-4291-8905-2B6B6677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304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71450" tIns="28575" rIns="104775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screening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E12AA-1597-4D22-978A-B3DFB7B3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8382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6:30 PM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1A789-FB3A-440F-A8F1-F64EA0B1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24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Nested &lt;span&gt;</a:t>
            </a:r>
          </a:p>
        </p:txBody>
      </p:sp>
      <p:graphicFrame>
        <p:nvGraphicFramePr>
          <p:cNvPr id="11" name="data-table"/>
          <p:cNvGraphicFramePr/>
          <p:nvPr/>
        </p:nvGraphicFramePr>
        <p:xfrm>
          <a:off xmlns:a="http://schemas.openxmlformats.org/drawingml/2006/main" x="4667250" y="1200150"/>
          <a:ext xmlns:a="http://schemas.openxmlformats.org/drawingml/2006/main" cx="37147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190750"/>
              </a:tblGrid>
              <a:tr h="60325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When the nested time is clicked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event.target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The &lt;span&gt; where the click began</a:t>
                      </a:r>
                    </a:p>
                  </a:txBody>
                  <a:tcPr marL="66675" marR="66675" marT="57150" marB="57150" anchor="ctr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event.currentTarget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The &lt;button&gt; that owns the listener</a:t>
                      </a:r>
                    </a:p>
                  </a:txBody>
                  <a:tcPr marL="66675" marR="66675" marT="57150" marB="5715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D9ABF-0F2D-439C-B75A-0FD6ACE0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619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If the button background is clicked, target and currentTarget can both be the button.</a:t>
            </a:r>
          </a:p>
        </p:txBody>
      </p:sp>
    </p:spTree>
    <p:extLst>
      <p:ext uri="{BB962C8B-B14F-4D97-AF65-F5344CB8AC3E}">
        <p14:creationId xmlns:p14="http://schemas.microsoft.com/office/powerpoint/2010/main" val="129317462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A0E39-D805-4CF6-B967-333BCB00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Regular and arrow listeners handle this differently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8EEF5-EC4B-4C25-9D13-F3129503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107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Regular listener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2D587842-795A-49CA-B6F0-A5F34F1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390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screeningButton.addEventListener("click", function (event)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console.log(this === screeningButton);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063F3-0812-46DA-B34A-86C0AB30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For a regular listener, this refers to the element that owns the listener.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2525A-F3A2-4727-B390-FCB7F89B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810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Arrow listener</a:t>
            </a:r>
          </a:p>
        </p:txBody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A64E4440-4DF4-43AD-9661-26EB459E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3600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screeningButton.addEventListener("click", event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console.log(this === screeningButton);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4E709-36F4-4A13-A200-D3875654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An arrow listener does not create a new this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26C4B-2250-4506-A369-55E612F7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event.currentTarget when the handler needs the registered element in either style.</a:t>
            </a:r>
          </a:p>
        </p:txBody>
      </p:sp>
    </p:spTree>
    <p:extLst>
      <p:ext uri="{BB962C8B-B14F-4D97-AF65-F5344CB8AC3E}">
        <p14:creationId xmlns:p14="http://schemas.microsoft.com/office/powerpoint/2010/main" val="116427161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60BF02-E1B5-4051-9D31-CEF8CDBC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demo: Keep the handler connected to the button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F6D63CC7-7E29-4C12-A27F-B8C9D8BD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857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handleScreeningClick = event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button = event.currentTarget;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time = button.dataset.time;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status.textContent = "Selected: " + time;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console.log(event.target.tagName);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console.log(button.tagName);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702CA-4BA3-421A-AF07-B201F9B3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09700"/>
            <a:ext cx="2238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71450" tIns="28575" rIns="104775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screening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98261-B915-4E74-A14C-D67C18E7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81150"/>
            <a:ext cx="8382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8:00 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CE0DB-26FE-459A-B99E-B4D0314F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145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Nested text clicked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CEAF653B-B4DA-4375-A08B-D0259A71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event.target      SPAN</a:t>
            </a:r>
          </a:p>
        </p:txBody>
      </p:sp>
      <p:sp>
        <p:nvSpPr>
          <p:cNvPr id="7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D1C2D35F-067E-4F7A-92B2-B2B75476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event.currentTarget BUTTON</a:t>
            </a:r>
          </a:p>
        </p:txBody>
      </p:sp>
    </p:spTree>
    <p:extLst>
      <p:ext uri="{BB962C8B-B14F-4D97-AF65-F5344CB8AC3E}">
        <p14:creationId xmlns:p14="http://schemas.microsoft.com/office/powerpoint/2010/main" val="71325431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A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arrow listener reuses this from the connect() method call.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0F8EC6-BCB7-4B4D-A141-C471A7E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What does this refer to?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F2F5611-46A9-4E32-A8CB-879D8ABD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does the arrow listener print?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948953BA-D7DE-46FA-8736-78670061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launcher =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name: "Workshop launcher",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connect()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guideButton.addEventListener("click", ()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console.log(this.name);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});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launcher.connect();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9A243DB-8FC2-4834-8932-E7A91F5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Workshop launcher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guideButton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undefined in every environment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It throws before the click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3BA745A-2140-478C-B3F1-6381BBC6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Template literals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C5D4B2-5C23-4AA4-98B7-46000733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Insert values into a string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7EF10-7DD4-4FAF-8BAB-15BA626E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String concatenation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76AF4B7B-F202-431D-A4DB-38885BE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390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status = "Selected " + time + " in " + cinema;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B89AA-3FC9-47FB-9D8C-DB1A682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906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Template literal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C5E2F474-D429-4298-9B66-78982E98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71600"/>
            <a:ext cx="3600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status = `Selected ${time} in ${cinema}`;</a:t>
            </a:r>
          </a:p>
        </p:txBody>
      </p:sp>
      <p:sp>
        <p:nvSpPr>
          <p:cNvPr id="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008F5313-F08C-4DE1-A0D0-C98C5D65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19375"/>
            <a:ext cx="3600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backticks around the string.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Place a value or expression inside ${...}.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Write the surrounding text normally.</a:t>
            </a:r>
          </a:p>
        </p:txBody>
      </p:sp>
      <p:sp>
        <p:nvSpPr>
          <p:cNvPr id="7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1A308721-3135-451B-8C7C-8EE60FA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Selected 8:00 PM in Screen 2</a:t>
            </a:r>
          </a:p>
        </p:txBody>
      </p:sp>
    </p:spTree>
    <p:extLst>
      <p:ext uri="{BB962C8B-B14F-4D97-AF65-F5344CB8AC3E}">
        <p14:creationId xmlns:p14="http://schemas.microsoft.com/office/powerpoint/2010/main" val="29379068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B1B0E8-B551-49A1-B254-7C72198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Placeholders can evaluate expressions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B27380C7-8F7E-46A8-8167-4FD79C0E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4810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seats = 12;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message = `Seats left: ${seats - 1}`;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68F81-6C2A-461E-8078-B86D63B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04900"/>
            <a:ext cx="400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A745D-D4B1-4108-A4BB-5C9485AC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04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5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ED79E0E0-697E-455C-8C6D-AB95A668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33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seats - 1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B82C7-EBF8-4BE4-B852-D7168760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400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0CC7B-15DD-4CE8-A537-57E734D7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8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5795C857-024A-4FFD-BE8A-EAE60EF3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C2CD7-855E-458E-A5C9-5AE28827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4000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C49DA-599F-4D64-BD96-2EF537BC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Completed string</a:t>
            </a:r>
          </a:p>
        </p:txBody>
      </p:sp>
      <p:sp>
        <p:nvSpPr>
          <p:cNvPr id="11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7BECEA0D-D5F8-43E8-AF6D-320F234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Seats left: 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76674-7F40-4C42-A178-0C99FB50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JavaScript evaluates the expression first, then inserts its result into the string.</a:t>
            </a:r>
          </a:p>
        </p:txBody>
      </p:sp>
    </p:spTree>
    <p:extLst>
      <p:ext uri="{BB962C8B-B14F-4D97-AF65-F5344CB8AC3E}">
        <p14:creationId xmlns:p14="http://schemas.microsoft.com/office/powerpoint/2010/main" val="139545187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D83383-8BD9-42D9-86AB-E70EE98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demo: Format the launcher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2DB41-9F8F-42E2-BD83-59FB88A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3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429C8F72-CFA0-4110-A720-159B11DA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777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status.textContent = "Selected " + time + " in " + screen;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C88AE-B51B-4D10-8C53-BC3AD0EF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5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16BEF75D-84FD-4497-8B81-E427072C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777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status.textContent = `Selected ${time} in ${screen}`;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C2FF7-0798-4AF5-9084-B5BEAEC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URL fragment</a:t>
            </a:r>
          </a:p>
        </p:txBody>
      </p:sp>
      <p:sp>
        <p:nvSpPr>
          <p:cNvPr id="7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26E3A50C-44EF-43F2-8745-B5FB19A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4429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location.hash = `screening-${screeningId}`;</a:t>
            </a:r>
          </a:p>
        </p:txBody>
      </p:sp>
      <p:sp>
        <p:nvSpPr>
          <p:cNvPr id="8" name="browser-panel">
            <a:extLst xmlns:a="http://schemas.openxmlformats.org/drawingml/2006/main">
              <a:ext uri="{FF2B5EF4-FFF2-40B4-BE49-F238E27FC236}">
                <a16:creationId xmlns:a16="http://schemas.microsoft.com/office/drawing/2014/main" id="{810A333B-45CF-45D1-8848-F197F3BC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302895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7432B-6C44-482E-8D68-2AA74A8C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0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961FC73D-94B9-47DE-91CA-3222D263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528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93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https://example.com/cinema#screening-screen-2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EFEF8-A77F-45A2-A5DB-FA14BB91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528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Selected 8:00 PM in Screen 2</a:t>
            </a:r>
          </a:p>
        </p:txBody>
      </p:sp>
    </p:spTree>
    <p:extLst>
      <p:ext uri="{BB962C8B-B14F-4D97-AF65-F5344CB8AC3E}">
        <p14:creationId xmlns:p14="http://schemas.microsoft.com/office/powerpoint/2010/main" val="60176764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Both placeholders are evaluated before the final string is created.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F4C81A-E613-4D99-8A12-73BB2602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What string is created?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FF49C5-7DB8-440B-8D65-4D425DED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is stored in message?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930EC763-5E74-49A8-9AD7-62047732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city = "Mysuru";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seats = 4;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message = `${city}: ${seats * 2} seats`;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A665EC1-CC84-4B6D-AF05-85F93EA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Mysuru: 4 seats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Mysuru: 8 seats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${city}: 8 seats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Mysuru: seats * 2 seats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4ED1B85-4041-4889-A777-CAA79D13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Activity: Cinema screening explorer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DAAE87-748C-4CF4-8740-B981B35C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 the screening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ADCE2-3D69-4DC7-8653-0D22A7B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191000" cy="2905125"/>
          </a:xfrm>
          <a:prstGeom xmlns:a="http://schemas.openxmlformats.org/drawingml/2006/main" prst="roundRect">
            <a:avLst>
              <a:gd name="adj" fmla="val 22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B4085-1C6C-4CEA-B55A-C4CECC2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Cinema screening explorer</a:t>
            </a:r>
          </a:p>
        </p:txBody>
      </p:sp>
      <p:sp>
        <p:nvSpPr>
          <p:cNvPr id="4" name="button-screen-1">
            <a:extLst xmlns:a="http://schemas.openxmlformats.org/drawingml/2006/main">
              <a:ext uri="{FF2B5EF4-FFF2-40B4-BE49-F238E27FC236}">
                <a16:creationId xmlns:a16="http://schemas.microsoft.com/office/drawing/2014/main" id="{51FE16B1-46F0-47A8-86C6-9B5B03FE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7145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Screen 1 | 6:30 PM</a:t>
            </a:r>
          </a:p>
        </p:txBody>
      </p:sp>
      <p:sp>
        <p:nvSpPr>
          <p:cNvPr id="5" name="button-screen-2">
            <a:extLst xmlns:a="http://schemas.openxmlformats.org/drawingml/2006/main">
              <a:ext uri="{FF2B5EF4-FFF2-40B4-BE49-F238E27FC236}">
                <a16:creationId xmlns:a16="http://schemas.microsoft.com/office/drawing/2014/main" id="{41C6F5F4-1E00-43F6-A2C9-3DC227F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17145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Screen 2 | 8:00 PM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D939379E-4006-4901-AB88-87760E0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Status: No screening selected</a:t>
            </a:r>
          </a:p>
        </p:txBody>
      </p:sp>
      <p:sp>
        <p:nvSpPr>
          <p:cNvPr id="7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408D99A8-B0B2-443F-A23B-097DB0AC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Hash: (none)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10554-C5DC-400A-ACBB-663BEED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2870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Complete the handler logic that updates the prepared state.</a:t>
            </a:r>
          </a:p>
        </p:txBody>
      </p:sp>
      <p:sp>
        <p:nvSpPr>
          <p:cNvPr id="9" name="bullet-list">
            <a:extLst xmlns:a="http://schemas.openxmlformats.org/drawingml/2006/main">
              <a:ext uri="{FF2B5EF4-FFF2-40B4-BE49-F238E27FC236}">
                <a16:creationId xmlns:a16="http://schemas.microsoft.com/office/drawing/2014/main" id="{FF3DC152-1C44-4523-B853-E301FCCD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3333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the clicked button through event.currentTarget.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its separate id and visible label values.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Update selectedScreening.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Update the status and URL fragment.</a:t>
            </a:r>
          </a:p>
        </p:txBody>
      </p:sp>
      <p:sp>
        <p:nvSpPr>
          <p:cNvPr id="10" name="code-block">
            <a:extLst xmlns:a="http://schemas.openxmlformats.org/drawingml/2006/main">
              <a:ext uri="{FF2B5EF4-FFF2-40B4-BE49-F238E27FC236}">
                <a16:creationId xmlns:a16="http://schemas.microsoft.com/office/drawing/2014/main" id="{D6BF7CB3-9F45-4826-88CA-419540E8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let selectedScreening = null;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status =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document.querySelector("#screening-status");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49231-4B47-47DD-8064-B9C6A44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3429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Available time: 15 minutes</a:t>
            </a:r>
          </a:p>
        </p:txBody>
      </p:sp>
    </p:spTree>
    <p:extLst>
      <p:ext uri="{BB962C8B-B14F-4D97-AF65-F5344CB8AC3E}">
        <p14:creationId xmlns:p14="http://schemas.microsoft.com/office/powerpoint/2010/main" val="630025980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8BC802-9E94-4DB5-9862-ED13A508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Milestone 1: Track the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B1FA8-2961-4399-84B5-5855C4EF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Existing bindings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E7084EA1-7A2D-4E65-A7EB-F25A6B81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let selectedScreening = null;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status = document.querySelector("#screening-status");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D1A06-DBC4-48AD-AF86-F8007926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906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Handler skeleton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B0B6CEA3-F670-44CD-997F-24AA8FFF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71600"/>
            <a:ext cx="3600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handleScreeningClick = event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button = event.currentTarget;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screeningId = button.dataset.screeningId;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screeningLabel = button.dataset.label;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// Update selectedScreening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B3A18-4002-417F-BB7F-A28FD12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 checks</a:t>
            </a:r>
          </a:p>
        </p:txBody>
      </p:sp>
      <p:sp>
        <p:nvSpPr>
          <p:cNvPr id="7" name="numbered-list">
            <a:extLst xmlns:a="http://schemas.openxmlformats.org/drawingml/2006/main">
              <a:ext uri="{FF2B5EF4-FFF2-40B4-BE49-F238E27FC236}">
                <a16:creationId xmlns:a16="http://schemas.microsoft.com/office/drawing/2014/main" id="{FC5E52C0-1CC4-46D1-91B2-2963258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Which binding changes after a click?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Which values come from the registered button?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Why does currentTarget stay reliable?</a:t>
            </a:r>
          </a:p>
        </p:txBody>
      </p:sp>
    </p:spTree>
    <p:extLst>
      <p:ext uri="{BB962C8B-B14F-4D97-AF65-F5344CB8AC3E}">
        <p14:creationId xmlns:p14="http://schemas.microsoft.com/office/powerpoint/2010/main" val="117676129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FB1C8C-9DFA-48E0-8755-D956A53C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Milestone 2: Update the browser and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01CF3-3EA5-4456-9908-034118C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code-block">
            <a:extLst xmlns:a="http://schemas.openxmlformats.org/drawingml/2006/main">
              <a:ext uri="{FF2B5EF4-FFF2-40B4-BE49-F238E27FC236}">
                <a16:creationId xmlns:a16="http://schemas.microsoft.com/office/drawing/2014/main" id="{A7F76DE7-3493-47DE-AF5E-092DA05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4476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selectedScreening = screeningId;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status.textContent = `Selected: ${screeningLabel}`;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location.hash = `screening-${screeningId}`;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CE2C0-96BF-417E-AF4E-E41E4CF8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9906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Required result</a:t>
            </a:r>
          </a:p>
        </p:txBody>
      </p:sp>
      <p:sp>
        <p:nvSpPr>
          <p:cNvPr id="5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4801F562-A26A-4DC0-84BF-C7062B28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71600"/>
            <a:ext cx="293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Selected: Screen 2 at 8:00 PM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0ED22AD4-4DA3-454C-9B8B-EEA3CA00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#screening-screen-2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4DD9C-FC74-460A-8CC5-F458FC19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Test the result</a:t>
            </a:r>
          </a:p>
        </p:txBody>
      </p:sp>
      <p:sp>
        <p:nvSpPr>
          <p:cNvPr id="8" name="bullet-list">
            <a:extLst xmlns:a="http://schemas.openxmlformats.org/drawingml/2006/main">
              <a:ext uri="{FF2B5EF4-FFF2-40B4-BE49-F238E27FC236}">
                <a16:creationId xmlns:a16="http://schemas.microsoft.com/office/drawing/2014/main" id="{62A4D67C-C85A-436F-A251-C66A7244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7772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every screening button.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the nested time text inside a button.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 that status and hash match the clicked screening.</a:t>
            </a:r>
          </a:p>
        </p:txBody>
      </p:sp>
    </p:spTree>
    <p:extLst>
      <p:ext uri="{BB962C8B-B14F-4D97-AF65-F5344CB8AC3E}">
        <p14:creationId xmlns:p14="http://schemas.microsoft.com/office/powerpoint/2010/main" val="535829691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A27A6B-E9A8-42BF-99F5-BB7F537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Activity review: Trace one selection</a:t>
            </a:r>
          </a:p>
        </p:txBody>
      </p:sp>
      <p:graphicFrame>
        <p:nvGraphicFramePr>
          <p:cNvPr id="7" name="data-table"/>
          <p:cNvGraphicFramePr/>
          <p:nvPr/>
        </p:nvGraphicFramePr>
        <p:xfrm>
          <a:off xmlns:a="http://schemas.openxmlformats.org/drawingml/2006/main" x="685800" y="1047750"/>
          <a:ext xmlns:a="http://schemas.openxmlformats.org/drawingml/2006/main" cx="5429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952750"/>
              </a:tblGrid>
              <a:tr h="4286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66675" marR="66675" marT="57150" marB="57150" anchor="ctr">
                    <a:solidFill>
                      <a:srgbClr val="E5E7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Nested time clicked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Screen 2 at 8:00 PM</a:t>
                      </a:r>
                    </a:p>
                  </a:txBody>
                  <a:tcPr marL="66675" marR="66675" marT="57150" marB="57150" anchor="ctr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event.target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SPAN</a:t>
                      </a:r>
                    </a:p>
                  </a:txBody>
                  <a:tcPr marL="66675" marR="66675" marT="57150" marB="57150" anchor="ctr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event.currentTarget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BUTTON</a:t>
                      </a:r>
                    </a:p>
                  </a:txBody>
                  <a:tcPr marL="66675" marR="66675" marT="57150" marB="57150" anchor="ctr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dataset.screeningId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screen-2</a:t>
                      </a:r>
                    </a:p>
                  </a:txBody>
                  <a:tcPr marL="66675" marR="66675" marT="57150" marB="57150" anchor="ctr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selectedScreening</a:t>
                      </a:r>
                    </a:p>
                  </a:txBody>
                  <a:tcPr marL="66675" marR="66675" marT="57150" marB="57150"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screen-2</a:t>
                      </a:r>
                    </a:p>
                  </a:txBody>
                  <a:tcPr marL="66675" marR="66675" marT="57150" marB="57150" anchor="ctr"/>
                </a:tc>
              </a:tr>
            </a:tbl>
          </a:graphicData>
        </a:graphic>
      </p:graphicFrame>
      <p:sp>
        <p:nvSpPr>
          <p:cNvPr id="3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FD5DBD5D-D5C0-492E-82BD-80752702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Address: #screening-screen-2</a:t>
            </a:r>
          </a:p>
        </p:txBody>
      </p:sp>
      <p:sp>
        <p:nvSpPr>
          <p:cNvPr id="4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A8C42979-552C-48F2-8168-29022635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Status: Selected: Screen 2 at 8:00 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0FC8A-79AF-4BF0-ADD8-8D35851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target records where the click began. currentTarget identifies the element that owns the handler.</a:t>
            </a:r>
          </a:p>
        </p:txBody>
      </p:sp>
    </p:spTree>
    <p:extLst>
      <p:ext uri="{BB962C8B-B14F-4D97-AF65-F5344CB8AC3E}">
        <p14:creationId xmlns:p14="http://schemas.microsoft.com/office/powerpoint/2010/main" val="1335043879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060D4619-71DC-4584-84BE-E664F2D1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Debug clinic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A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Move let selectedScreening = null outside the if block so the handler can access it.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7DB604-D444-4784-98B3-9BAE082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Debug 1: Why does the handler stop?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37309C-200C-4668-983D-D1638547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Symptom: the click causes ReferenceError: selectedScreening is not defined.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A3DDF9B9-B852-46F8-AA16-5388FF14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if (navigator.onLine)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let selectedScreening = null;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handleClick = event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selectedScreening = event.currentTarget.dataset.screeningId;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A552E5F-D1F8-4AC7-81E1-F70C5072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selectedScreening is block-scoped inside the if statement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currentTarget cannot be used in an arrow function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dataset values require const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navigator.onLine returns a string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event.currentTarget.dataset.screeningId from the registered button.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7844B0-E44F-4405-ACA6-A2290DE8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Debug 2: Why is the URL undefined?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A7FCD39-5C26-400F-A641-13428D5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nested time text is clicked, and the URL becomes #screening-undefined.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3EA8CFD0-0D44-4E9A-B623-CF29C3C9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handleClick = event =&gt;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screeningId = event.target.dataset.screeningId;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location.hash = `screening-${screeningId}`;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85DD70-A58C-4652-86C3-4291B87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location.hash cannot use a template literal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event.target is the nested span without the dataset value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dataset values must be numbers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The hash needs a leading slash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A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backticks: status.textContent = `Selected: ${screeningLabel}`;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E9E9E6-0109-4170-B9CE-A73DC536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Debug 3: Why are the placeholders visible?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9DC8656-552C-425A-985D-2CEF921D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Expected: Selected: Screen 2 at 8:00 PM. Displayed: Selected: ${screeningLabel}.</a:t>
            </a:r>
          </a:p>
        </p:txBody>
      </p:sp>
      <p:sp>
        <p:nvSpPr>
          <p:cNvPr id="87" name="code-block">
            <a:extLst xmlns:a="http://schemas.openxmlformats.org/drawingml/2006/main">
              <a:ext uri="{FF2B5EF4-FFF2-40B4-BE49-F238E27FC236}">
                <a16:creationId xmlns:a16="http://schemas.microsoft.com/office/drawing/2014/main" id="{433E647C-5806-4116-8BDC-F2AD43F3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148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status.textContent = 'Selected: ${screeningLabel}';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DC8A82-D968-4A1E-9EAF-3C9916D7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3314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The string uses quotes instead of backticks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screeningLabel must use let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textContent cannot display variables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The placeholder needs two dollar signs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46F1FB-4BE9-41C4-936E-A4AF433A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corrected manual opener</a:t>
            </a:r>
          </a:p>
        </p:txBody>
      </p:sp>
      <p:sp>
        <p:nvSpPr>
          <p:cNvPr id="2" name="code-block">
            <a:extLst xmlns:a="http://schemas.openxmlformats.org/drawingml/2006/main">
              <a:ext uri="{FF2B5EF4-FFF2-40B4-BE49-F238E27FC236}">
                <a16:creationId xmlns:a16="http://schemas.microsoft.com/office/drawing/2014/main" id="{969B8F8B-13D1-494D-9780-FACA13A7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4905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handleManualOpen = event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button = event.currentTarget;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url = button.dataset.url;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const label = button.dataset.label;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selectedGuide = label;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status.textContent = `Opening: ${label}`;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window.open(url, "_blank");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07F84-E5B9-4119-A384-28D261BA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009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Correction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FA211-B3EE-4231-BC2F-F3D21A82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66850"/>
            <a:ext cx="3619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DCAAF-E65F-448B-A534-1CE89BEB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19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Identify the registered button.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E2478-6B57-4B1C-AD7E-6C45506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57400"/>
            <a:ext cx="3619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B50EF-B26B-4A1F-A0F9-A02DA28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its URL and visible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99D69-1EE9-4CE0-850B-52C1816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3619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F3023-06C4-4FBF-BDE6-5FE46890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Update state and page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1C494-8634-4662-B3F2-756474F7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3619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0C2A2-56BC-4BD4-9A99-5ADE3B5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Request the browser action.</a:t>
            </a:r>
          </a:p>
        </p:txBody>
      </p:sp>
      <p:sp>
        <p:nvSpPr>
          <p:cNvPr id="12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3D831E07-3245-4F49-BD9B-FF9A87E4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Opening: Workshop guide</a:t>
            </a:r>
          </a:p>
        </p:txBody>
      </p:sp>
    </p:spTree>
    <p:extLst>
      <p:ext uri="{BB962C8B-B14F-4D97-AF65-F5344CB8AC3E}">
        <p14:creationId xmlns:p14="http://schemas.microsoft.com/office/powerpoint/2010/main" val="1164271614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3AEA22BB-990B-4AF8-A4AB-AE60A82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Answer: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let supports reassignment, currentTarget stays on the button, and the template literal inserts the label.</a:t>
            </a:r>
          </a:p>
        </p:txBody>
      </p:sp>
      <p:sp>
        <p:nvSpPr>
          <p:cNvPr id="8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AD6B8F-1F9E-40C2-9718-DC4D8AF9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Checkpoint: Choose the reliable handler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2ACD124-340E-4E27-99C2-40752FFE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nested span can be clicked. The handler must change selectedGuide, update the status, and open the button’s URL.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30AA5D-72D0-4498-8B79-0A8C5F2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A. const state + event.target + quoted placeholder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 let state + event.currentTarget + template literal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C. let state + event.target + template literal</a:t>
            </a:r>
          </a:p>
          <a:p xmlns:a="http://schemas.openxmlformats.org/drawingml/2006/main"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D. const state + event.currentTarget + concatenation</a:t>
            </a:r>
          </a:p>
        </p:txBody>
      </p:sp>
    </p:spTree>
    <p:extLst>
      <p:ext uri="{BB962C8B-B14F-4D97-AF65-F5344CB8AC3E}">
        <p14:creationId xmlns:p14="http://schemas.microsoft.com/office/powerpoint/2010/main" val="22519480"/>
      </p:ext>
    </p:extLst>
  </p:cSld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90FCC95-08C0-4572-846F-64AB62ED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1452166522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8DEC5E-0A91-4BA4-A895-6342F58F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Homework: Travel departure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2B243-AC33-4270-B7A9-C2357087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095750" cy="2857500"/>
          </a:xfrm>
          <a:prstGeom xmlns:a="http://schemas.openxmlformats.org/drawingml/2006/main" prst="roundRect">
            <a:avLst>
              <a:gd name="adj" fmla="val 2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EE372-A60F-441F-A67F-EBBE439E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Travel departure dashboard</a:t>
            </a:r>
          </a:p>
        </p:txBody>
      </p:sp>
      <p:sp>
        <p:nvSpPr>
          <p:cNvPr id="4" name="button-mysuru">
            <a:extLst xmlns:a="http://schemas.openxmlformats.org/drawingml/2006/main">
              <a:ext uri="{FF2B5EF4-FFF2-40B4-BE49-F238E27FC236}">
                <a16:creationId xmlns:a16="http://schemas.microsoft.com/office/drawing/2014/main" id="{F624BEA3-0D7B-4066-A5B6-698336F2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666875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Mysuru | 7:15 AM</a:t>
            </a:r>
          </a:p>
        </p:txBody>
      </p:sp>
      <p:sp>
        <p:nvSpPr>
          <p:cNvPr id="5" name="button-bengaluru">
            <a:extLst xmlns:a="http://schemas.openxmlformats.org/drawingml/2006/main">
              <a:ext uri="{FF2B5EF4-FFF2-40B4-BE49-F238E27FC236}">
                <a16:creationId xmlns:a16="http://schemas.microsoft.com/office/drawing/2014/main" id="{DF10F9C4-0DA0-4EF4-8C31-ABA60F7A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09750"/>
            <a:ext cx="1666875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Bengaluru | 9:00 AM</a:t>
            </a:r>
          </a:p>
        </p:txBody>
      </p:sp>
      <p:sp>
        <p:nvSpPr>
          <p:cNvPr id="6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9F6E0DFA-10A8-4629-A241-7729D24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52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Selected: Mysuru at 7:15 AM</a:t>
            </a:r>
          </a:p>
        </p:txBody>
      </p:sp>
      <p:sp>
        <p:nvSpPr>
          <p:cNvPr id="7" name="syntax-strip">
            <a:extLst xmlns:a="http://schemas.openxmlformats.org/drawingml/2006/main">
              <a:ext uri="{FF2B5EF4-FFF2-40B4-BE49-F238E27FC236}">
                <a16:creationId xmlns:a16="http://schemas.microsoft.com/office/drawing/2014/main" id="{19C1CDB9-DED6-46FF-80BB-C5EC423F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52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04775" tIns="76200" rIns="104775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#departure-mysuru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98512-FA20-4B84-9A8A-5197A606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287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Required behaviour</a:t>
            </a:r>
          </a:p>
        </p:txBody>
      </p:sp>
      <p:sp>
        <p:nvSpPr>
          <p:cNvPr id="9" name="bullet-list">
            <a:extLst xmlns:a="http://schemas.openxmlformats.org/drawingml/2006/main">
              <a:ext uri="{FF2B5EF4-FFF2-40B4-BE49-F238E27FC236}">
                <a16:creationId xmlns:a16="http://schemas.microsoft.com/office/drawing/2014/main" id="{E7D77ABD-9CE1-4479-B41B-6E1C405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each button’s separate city and time values.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Store the chosen departure in a let binding.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Update the status with a template literal.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Set location.hash for the chosen departure.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69CD3-2C4D-43B8-A44C-ACE39EC2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starter file already contains the HTML, styling, buttons, and listener registration.</a:t>
            </a:r>
          </a:p>
        </p:txBody>
      </p:sp>
    </p:spTree>
    <p:extLst>
      <p:ext uri="{BB962C8B-B14F-4D97-AF65-F5344CB8AC3E}">
        <p14:creationId xmlns:p14="http://schemas.microsoft.com/office/powerpoint/2010/main" val="1851018960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10AD4-D5EB-4B9A-9657-9F6B27C3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Homework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11D93-E419-467B-AC14-746CF35D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JavaScript requirements</a:t>
            </a:r>
          </a:p>
        </p:txBody>
      </p:sp>
      <p:sp>
        <p:nvSpPr>
          <p:cNvPr id="3" name="bullet-list">
            <a:extLst xmlns:a="http://schemas.openxmlformats.org/drawingml/2006/main">
              <a:ext uri="{FF2B5EF4-FFF2-40B4-BE49-F238E27FC236}">
                <a16:creationId xmlns:a16="http://schemas.microsoft.com/office/drawing/2014/main" id="{E9BB6E9A-7F3A-4B45-A110-D4C73B3A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const for fixed DOM references.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let for selectedDeparture.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Write an arrow-function handler.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event.currentTarget.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a template literal for the status.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Set location.hash.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C4B72-9071-4C2A-ADEE-AD8A15B9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Starter state</a:t>
            </a:r>
          </a:p>
        </p:txBody>
      </p:sp>
      <p:sp>
        <p:nvSpPr>
          <p:cNvPr id="5" name="code-block">
            <a:extLst xmlns:a="http://schemas.openxmlformats.org/drawingml/2006/main">
              <a:ext uri="{FF2B5EF4-FFF2-40B4-BE49-F238E27FC236}">
                <a16:creationId xmlns:a16="http://schemas.microsoft.com/office/drawing/2014/main" id="{7F403712-804A-4181-9A9A-2FC910F4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47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133350" tIns="123825" rIns="133350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let selectedDeparture = null;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departureStatus =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document.querySelector("#departure-status");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const handleDepartureClick = event =&gt; {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// Complete the handler</a:t>
            </a:r>
          </a:p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88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};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8DAF-BADA-4E0A-834C-0FD5E68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 the city, time, visible label, and URL fragment consistent for every button.</a:t>
            </a:r>
          </a:p>
        </p:txBody>
      </p:sp>
    </p:spTree>
    <p:extLst>
      <p:ext uri="{BB962C8B-B14F-4D97-AF65-F5344CB8AC3E}">
        <p14:creationId xmlns:p14="http://schemas.microsoft.com/office/powerpoint/2010/main" val="1851018960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9DDFF6-6649-4DFD-A881-4280AF59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Complete and submit the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5EB9A-FB1A-4ED1-9B9D-A3BF9952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Completion checklist</a:t>
            </a:r>
          </a:p>
        </p:txBody>
      </p:sp>
      <p:sp>
        <p:nvSpPr>
          <p:cNvPr id="3" name="bullet-list">
            <a:extLst xmlns:a="http://schemas.openxmlformats.org/drawingml/2006/main">
              <a:ext uri="{FF2B5EF4-FFF2-40B4-BE49-F238E27FC236}">
                <a16:creationId xmlns:a16="http://schemas.microsoft.com/office/drawing/2014/main" id="{A270730A-3C57-436B-AA2A-5DA66BCA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Each button keeps separate data values and a visible label.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Clicking nested text still reads the button.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Status and hash match the clicked departure.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No undefined values appear.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page works after refresh.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2690F-3739-4133-8468-7BA6DAA0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477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B5E05E4F-4FFF-4D74-A829-E8E9F61E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85900"/>
            <a:ext cx="3600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index.html and app.js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screenshot showing the status and URL fragment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238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827"/>
                </a:solidFill>
                <a:latin typeface="Arial"/>
                <a:ea typeface="Arial"/>
                <a:cs typeface="Arial"/>
              </a:rPr>
              <a:t>Folder name: lecture-13-departure-dashboard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E1227-7827-48C9-8761-72C976C3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4000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Expected effort: 45 to 60 minutes</a:t>
            </a:r>
          </a:p>
        </p:txBody>
      </p:sp>
    </p:spTree>
    <p:extLst>
      <p:ext uri="{BB962C8B-B14F-4D97-AF65-F5344CB8AC3E}">
        <p14:creationId xmlns:p14="http://schemas.microsoft.com/office/powerpoint/2010/main" val="1851018960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B0D865-BB19-4594-8343-9495A446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Next: ES6+ advanced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5913C-EA42-4443-9942-A4E0756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Next lecture</a:t>
            </a:r>
          </a:p>
        </p:txBody>
      </p:sp>
      <p:sp>
        <p:nvSpPr>
          <p:cNvPr id="3" name="bullet-list">
            <a:extLst xmlns:a="http://schemas.openxmlformats.org/drawingml/2006/main">
              <a:ext uri="{FF2B5EF4-FFF2-40B4-BE49-F238E27FC236}">
                <a16:creationId xmlns:a16="http://schemas.microsoft.com/office/drawing/2014/main" id="{D0A0F55B-AA7C-4930-B79F-C1AE91D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3">
              <a:spcAft>
                <a:spcPts val="5"/>
              </a:spcAft>
              <a:buChar char="•"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Array destructuring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Object destructuring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Spread and rest operators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Modules and imports</a:t>
            </a:r>
          </a:p>
          <a:p xmlns:a="http://schemas.openxmlformats.org/drawingml/2006/main">
            <a:pPr marL="24" indent="-13">
              <a:spcAft>
                <a:spcPts val="5"/>
              </a:spcAft>
              <a:buChar char="•"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Promises and async/await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6DFB6-F0B8-4C93-ADEC-3D43808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Preview only. The next lecture will introduce the syntax and use cases.</a:t>
            </a:r>
          </a:p>
        </p:txBody>
      </p:sp>
    </p:spTree>
    <p:extLst>
      <p:ext uri="{BB962C8B-B14F-4D97-AF65-F5344CB8AC3E}">
        <p14:creationId xmlns:p14="http://schemas.microsoft.com/office/powerpoint/2010/main" val="72226720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2026-07-24T16:39:18.3070000Z</dcterms:created>
  <dcterms:modified xsi:type="dcterms:W3CDTF">2026-07-24T16:39:18.3070000Z</dcterms:modified>
</coreProperties>
</file>